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370" r:id="rId3"/>
    <p:sldId id="262" r:id="rId5"/>
    <p:sldId id="352" r:id="rId6"/>
    <p:sldId id="263" r:id="rId7"/>
    <p:sldId id="266" r:id="rId8"/>
    <p:sldId id="371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57" r:id="rId19"/>
    <p:sldId id="351" r:id="rId20"/>
    <p:sldId id="354" r:id="rId21"/>
    <p:sldId id="329" r:id="rId22"/>
    <p:sldId id="330" r:id="rId23"/>
    <p:sldId id="367" r:id="rId24"/>
    <p:sldId id="331" r:id="rId25"/>
    <p:sldId id="368" r:id="rId26"/>
    <p:sldId id="36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 autoAdjust="0"/>
    <p:restoredTop sz="75915" autoAdjust="0"/>
  </p:normalViewPr>
  <p:slideViewPr>
    <p:cSldViewPr snapToGrid="0">
      <p:cViewPr varScale="1">
        <p:scale>
          <a:sx n="90" d="100"/>
          <a:sy n="90" d="100"/>
        </p:scale>
        <p:origin x="13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8DE60-6ADF-4095-899A-D1199E3460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B3CDE-E04D-4BB5-862C-6486208375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可以分两次课来做之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B3CDE-E04D-4BB5-862C-6486208375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可以分两次课来做之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B3CDE-E04D-4BB5-862C-6486208375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200" dirty="0" err="1"/>
              <a:t>mysql</a:t>
            </a:r>
            <a:r>
              <a:rPr lang="en-US" altLang="zh-CN" sz="3200" dirty="0"/>
              <a:t>-workbench</a:t>
            </a:r>
            <a:endParaRPr lang="en-US" altLang="zh-CN" sz="3200" dirty="0"/>
          </a:p>
          <a:p>
            <a:pPr lvl="1"/>
            <a:r>
              <a:rPr lang="en-US" altLang="zh-CN" sz="2800" dirty="0" err="1"/>
              <a:t>sudo</a:t>
            </a:r>
            <a:r>
              <a:rPr lang="en-US" altLang="zh-CN" sz="2800" dirty="0"/>
              <a:t> apt-get install </a:t>
            </a:r>
            <a:r>
              <a:rPr lang="en-US" altLang="zh-CN" sz="2800" dirty="0" err="1"/>
              <a:t>mysql</a:t>
            </a:r>
            <a:r>
              <a:rPr lang="en-US" altLang="zh-CN" sz="2800" dirty="0"/>
              <a:t>-workbench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B3CDE-E04D-4BB5-862C-6486208375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200" dirty="0" err="1"/>
              <a:t>mysql</a:t>
            </a:r>
            <a:r>
              <a:rPr lang="en-US" altLang="zh-CN" sz="3200" dirty="0"/>
              <a:t>-workbench</a:t>
            </a:r>
            <a:endParaRPr lang="en-US" altLang="zh-CN" sz="3200" dirty="0"/>
          </a:p>
          <a:p>
            <a:pPr lvl="1"/>
            <a:r>
              <a:rPr lang="en-US" altLang="zh-CN" sz="2800" dirty="0" err="1"/>
              <a:t>sudo</a:t>
            </a:r>
            <a:r>
              <a:rPr lang="en-US" altLang="zh-CN" sz="2800" dirty="0"/>
              <a:t> apt-get install </a:t>
            </a:r>
            <a:r>
              <a:rPr lang="en-US" altLang="zh-CN" sz="2800" dirty="0" err="1"/>
              <a:t>mysql</a:t>
            </a:r>
            <a:r>
              <a:rPr lang="en-US" altLang="zh-CN" sz="2800" dirty="0"/>
              <a:t>-workbench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B3CDE-E04D-4BB5-862C-6486208375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0544C1D-E784-456B-9446-33F19707601F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1" y="2142067"/>
            <a:ext cx="10131425" cy="4011598"/>
          </a:xfrm>
        </p:spPr>
        <p:txBody>
          <a:bodyPr anchor="ctr">
            <a:noAutofit/>
          </a:bodyPr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6253636"/>
            <a:ext cx="1600200" cy="377825"/>
          </a:xfrm>
        </p:spPr>
        <p:txBody>
          <a:bodyPr/>
          <a:lstStyle>
            <a:lvl1pPr>
              <a:defRPr sz="2000"/>
            </a:lvl1pPr>
          </a:lstStyle>
          <a:p>
            <a:fld id="{BBACC98C-1FBA-41F6-B1C6-5349881F436E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6253636"/>
            <a:ext cx="7827659" cy="377825"/>
          </a:xfrm>
        </p:spPr>
        <p:txBody>
          <a:bodyPr/>
          <a:lstStyle>
            <a:lvl1pPr>
              <a:defRPr sz="2000"/>
            </a:lvl1pPr>
          </a:lstStyle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6253636"/>
            <a:ext cx="551167" cy="377825"/>
          </a:xfrm>
        </p:spPr>
        <p:txBody>
          <a:bodyPr/>
          <a:lstStyle>
            <a:lvl1pPr>
              <a:defRPr sz="2000"/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0D62-863E-4B7E-AD43-D9B3B0CF273B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868C-DF46-43B2-9E8E-8F9A8D2F1903}" type="datetime1">
              <a:rPr lang="en-US" altLang="zh-CN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C3BE-0336-44EA-9244-EBAC3D7D29E7}" type="datetime1">
              <a:rPr lang="en-US" altLang="zh-CN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3F1C-5884-4B23-B976-7CD1BE7C830C}" type="datetime1">
              <a:rPr lang="en-US" altLang="zh-CN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E0EA-C9BF-4926-A138-81F0F04FFD1E}" type="datetime1">
              <a:rPr lang="en-US" altLang="zh-CN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0FA11-74FB-4EB6-B4A7-F93966036783}" type="datetime1">
              <a:rPr lang="en-US" altLang="zh-CN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6573B-18FE-4596-A811-8709892F63C8}" type="datetime1">
              <a:rPr lang="en-US" altLang="zh-CN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227C-0B8F-4597-805F-A402B921030B}" type="datetime1">
              <a:rPr lang="en-US" altLang="zh-CN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B3A5-0918-4F1C-823F-B58BF1190D09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D997-23EC-4DBC-9E20-551BEAC4BA08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08F7-A64E-4C8D-AC68-18B920689965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23B-1301-4AD1-B157-7155D6BD3986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EC0E-FD71-4B0B-830C-8AAEC6BDCAF5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2307-1983-4303-8463-8586925EC163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52E1-001D-4735-9223-237EB986AAB8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E2F303-603B-4261-A669-5881D8CDC4E0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leexudong@nankai.edu.cn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hyperlink" Target="https://www.python.org/downloads/windows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hyperlink" Target="https://www.jetbrains.com/pycharm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911088" y="883111"/>
            <a:ext cx="10131425" cy="4011598"/>
          </a:xfrm>
        </p:spPr>
        <p:txBody>
          <a:bodyPr/>
          <a:lstStyle/>
          <a:p>
            <a:pPr marL="0" indent="0" algn="r">
              <a:buNone/>
            </a:pPr>
            <a:r>
              <a:rPr lang="en-US" altLang="zh-CN" sz="4800" dirty="0"/>
              <a:t>Database System Labs</a:t>
            </a:r>
            <a:br>
              <a:rPr lang="en-US" altLang="zh-CN" sz="4800" dirty="0"/>
            </a:br>
            <a:r>
              <a:rPr lang="en-US" altLang="zh-CN" sz="4800" dirty="0"/>
              <a:t>- Prepare</a:t>
            </a:r>
            <a:endParaRPr lang="zh-CN" alt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1" y="2142067"/>
            <a:ext cx="10607633" cy="4011598"/>
          </a:xfrm>
        </p:spPr>
        <p:txBody>
          <a:bodyPr/>
          <a:lstStyle/>
          <a:p>
            <a:r>
              <a:rPr lang="en-US" altLang="zh-CN" sz="3200" dirty="0"/>
              <a:t>DBMS Installation: </a:t>
            </a:r>
            <a:endParaRPr lang="en-US" altLang="zh-CN" sz="3200" dirty="0"/>
          </a:p>
          <a:p>
            <a:pPr lvl="1"/>
            <a:r>
              <a:rPr lang="en-US" altLang="zh-CN" sz="2880" dirty="0"/>
              <a:t>Server (MySQL), Client (</a:t>
            </a:r>
            <a:r>
              <a:rPr lang="en-US" altLang="zh-CN" sz="2880" dirty="0" err="1"/>
              <a:t>MysqlWorkbench</a:t>
            </a:r>
            <a:r>
              <a:rPr lang="en-US" altLang="zh-CN" sz="2880" dirty="0"/>
              <a:t>) </a:t>
            </a:r>
            <a:endParaRPr lang="en-US" altLang="zh-CN" sz="2880" dirty="0"/>
          </a:p>
          <a:p>
            <a:r>
              <a:rPr lang="en-US" altLang="zh-CN" sz="3200" dirty="0"/>
              <a:t>DBMS Login using super user</a:t>
            </a:r>
            <a:endParaRPr lang="en-US" altLang="zh-CN" sz="3200" dirty="0"/>
          </a:p>
          <a:p>
            <a:r>
              <a:rPr lang="en-US" altLang="zh-CN" sz="3200"/>
              <a:t>Install Python3.13 </a:t>
            </a:r>
            <a:r>
              <a:rPr lang="en-US" altLang="zh-CN" sz="3200" dirty="0"/>
              <a:t>and </a:t>
            </a:r>
            <a:r>
              <a:rPr lang="en-US" altLang="zh-CN" sz="3200" dirty="0" err="1"/>
              <a:t>Pycharm</a:t>
            </a:r>
            <a:endParaRPr lang="en-US" altLang="zh-CN" sz="3200" dirty="0"/>
          </a:p>
          <a:p>
            <a:r>
              <a:rPr lang="en-US" altLang="zh-CN" sz="3200" dirty="0"/>
              <a:t>Connect MySQL using python</a:t>
            </a:r>
            <a:endParaRPr lang="en-US" altLang="zh-CN" sz="32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2297411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sz="4800" dirty="0"/>
              <a:t>Install </a:t>
            </a:r>
            <a:r>
              <a:rPr lang="en-US" altLang="zh-CN" sz="4800" dirty="0" err="1"/>
              <a:t>mysql</a:t>
            </a:r>
            <a:r>
              <a:rPr lang="en-US" altLang="zh-CN" sz="4800" dirty="0"/>
              <a:t> </a:t>
            </a:r>
            <a:r>
              <a:rPr lang="en-US" altLang="zh-CN" sz="4800" dirty="0" err="1"/>
              <a:t>db</a:t>
            </a:r>
            <a:r>
              <a:rPr lang="en-US" altLang="zh-CN" sz="4800" dirty="0"/>
              <a:t> server and client</a:t>
            </a:r>
            <a:endParaRPr lang="zh-CN" altLang="en-US" sz="4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Labs Prepare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0579" y="1808703"/>
            <a:ext cx="5667271" cy="4344962"/>
          </a:xfrm>
        </p:spPr>
        <p:txBody>
          <a:bodyPr anchor="t"/>
          <a:lstStyle/>
          <a:p>
            <a:r>
              <a:rPr lang="en-US" altLang="zh-CN" sz="2800" dirty="0" err="1"/>
              <a:t>mysql</a:t>
            </a:r>
            <a:endParaRPr lang="en-US" altLang="zh-CN" sz="2800" dirty="0"/>
          </a:p>
          <a:p>
            <a:pPr lvl="1"/>
            <a:r>
              <a:rPr lang="en-US" altLang="zh-CN" sz="2400" dirty="0"/>
              <a:t>https://www.mysql.com/</a:t>
            </a:r>
            <a:endParaRPr lang="en-US" altLang="zh-CN" sz="2400" dirty="0"/>
          </a:p>
          <a:p>
            <a:pPr lvl="1"/>
            <a:r>
              <a:rPr lang="en-US" altLang="zh-CN" sz="2400" dirty="0"/>
              <a:t>MySQL 8.0</a:t>
            </a:r>
            <a:endParaRPr lang="en-US" altLang="zh-CN" sz="2400" dirty="0"/>
          </a:p>
          <a:p>
            <a:pPr lvl="1"/>
            <a:r>
              <a:rPr lang="en-US" altLang="zh-CN" sz="2400" dirty="0"/>
              <a:t>MySQL Community Edition (GPL)</a:t>
            </a:r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983" y="582052"/>
            <a:ext cx="6757017" cy="5693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155" y="4229735"/>
            <a:ext cx="2000250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Labs Prepare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0579" y="1808703"/>
            <a:ext cx="5975421" cy="4344962"/>
          </a:xfrm>
        </p:spPr>
        <p:txBody>
          <a:bodyPr anchor="t"/>
          <a:lstStyle/>
          <a:p>
            <a:r>
              <a:rPr lang="en-US" altLang="zh-CN" sz="2800" dirty="0" err="1"/>
              <a:t>mysql</a:t>
            </a:r>
            <a:endParaRPr lang="en-US" altLang="zh-CN" sz="2800" dirty="0"/>
          </a:p>
          <a:p>
            <a:pPr lvl="1"/>
            <a:r>
              <a:rPr lang="en-US" altLang="zh-CN" sz="2400" dirty="0"/>
              <a:t>https://www.mysql.com/downloads/</a:t>
            </a:r>
            <a:endParaRPr lang="en-US" altLang="zh-CN" sz="2400" dirty="0"/>
          </a:p>
          <a:p>
            <a:pPr lvl="1"/>
            <a:r>
              <a:rPr lang="en-US" altLang="zh-CN" sz="2400" dirty="0"/>
              <a:t>MySQL 8.0</a:t>
            </a:r>
            <a:endParaRPr lang="en-US" altLang="zh-CN" sz="2400" dirty="0"/>
          </a:p>
          <a:p>
            <a:pPr lvl="1"/>
            <a:r>
              <a:rPr lang="en-US" altLang="zh-CN" sz="2400" dirty="0"/>
              <a:t>MySQL Community Edition (GPL)</a:t>
            </a:r>
            <a:endParaRPr lang="en-US" altLang="zh-CN" sz="2400" dirty="0"/>
          </a:p>
          <a:p>
            <a:pPr lvl="1"/>
            <a:r>
              <a:rPr lang="en-US" altLang="zh-CN" sz="2400" dirty="0"/>
              <a:t>Server &amp; Client &amp; Connectors</a:t>
            </a:r>
            <a:endParaRPr lang="en-US" altLang="zh-CN" sz="2400" dirty="0"/>
          </a:p>
          <a:p>
            <a:pPr lvl="1"/>
            <a:r>
              <a:rPr lang="en-US" altLang="zh-CN" sz="2400" b="1" dirty="0">
                <a:solidFill>
                  <a:srgbClr val="FF0000"/>
                </a:solidFill>
              </a:rPr>
              <a:t>MySQL Installer for Windows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140" y="277495"/>
            <a:ext cx="5667375" cy="1304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985" y="2065655"/>
            <a:ext cx="6116320" cy="3866515"/>
          </a:xfrm>
          <a:prstGeom prst="rect">
            <a:avLst/>
          </a:prstGeom>
        </p:spPr>
      </p:pic>
      <p:sp>
        <p:nvSpPr>
          <p:cNvPr id="8" name="流程图: 终止 7"/>
          <p:cNvSpPr/>
          <p:nvPr/>
        </p:nvSpPr>
        <p:spPr>
          <a:xfrm>
            <a:off x="6200140" y="5589905"/>
            <a:ext cx="2812415" cy="523240"/>
          </a:xfrm>
          <a:prstGeom prst="flowChartTerminator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 err="1"/>
              <a:t>downloads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685800" y="1899920"/>
            <a:ext cx="269430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https://dev.mysql.com/downloads/installer/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160" y="247650"/>
            <a:ext cx="7339965" cy="6144260"/>
          </a:xfrm>
          <a:prstGeom prst="rect">
            <a:avLst/>
          </a:prstGeom>
        </p:spPr>
      </p:pic>
      <p:sp>
        <p:nvSpPr>
          <p:cNvPr id="8" name="流程图: 终止 7"/>
          <p:cNvSpPr/>
          <p:nvPr/>
        </p:nvSpPr>
        <p:spPr>
          <a:xfrm>
            <a:off x="4542790" y="4300855"/>
            <a:ext cx="5767705" cy="523240"/>
          </a:xfrm>
          <a:prstGeom prst="flowChartTerminator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0238" y="1006997"/>
            <a:ext cx="8491524" cy="562446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 Install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 Install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089" y="828370"/>
            <a:ext cx="7827659" cy="5924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 Install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3896" y="930933"/>
            <a:ext cx="7448838" cy="56377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 Install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170" y="707035"/>
            <a:ext cx="7827659" cy="59244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 Install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170" y="707036"/>
            <a:ext cx="7827659" cy="59244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 Install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170" y="707036"/>
            <a:ext cx="7827659" cy="5924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 Install</a:t>
            </a:r>
            <a:endParaRPr lang="zh-CN" altLang="en-US" dirty="0"/>
          </a:p>
        </p:txBody>
      </p:sp>
      <p:pic>
        <p:nvPicPr>
          <p:cNvPr id="1026" name="Picture 2" descr="https://img-blog.csdn.net/20170706180857397?watermark/2/text/aHR0cDovL2Jsb2cuY3Nkbi5uZXQvbGlrZXN5b3Vy/font/5a6L5L2T/fontsize/400/fill/I0JBQkFCMA==/dissolve/70/gravity/SouthEas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930933"/>
            <a:ext cx="752475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 Install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816" y="1107634"/>
            <a:ext cx="7298367" cy="55238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 Install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3155" y="1011270"/>
            <a:ext cx="7425689" cy="56201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MYSQL: GUI Client Application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490" y="707123"/>
            <a:ext cx="11237843" cy="59243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1085" y="-56038"/>
            <a:ext cx="10131425" cy="986971"/>
          </a:xfrm>
        </p:spPr>
        <p:txBody>
          <a:bodyPr/>
          <a:lstStyle/>
          <a:p>
            <a:r>
              <a:rPr lang="en-US" altLang="zh-CN" dirty="0"/>
              <a:t>MYSQL: GUI Client Application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01245"/>
            <a:ext cx="10857760" cy="61567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2297411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sz="4800" dirty="0"/>
              <a:t>Install Python3 and </a:t>
            </a:r>
            <a:r>
              <a:rPr lang="en-US" altLang="zh-CN" sz="4800" dirty="0" err="1"/>
              <a:t>Pycharm</a:t>
            </a:r>
            <a:endParaRPr lang="en-US" altLang="zh-CN" sz="4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©LXD</a:t>
            </a:r>
            <a:endParaRPr 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838201" y="762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Labs Prepare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120580" y="1808703"/>
            <a:ext cx="4732774" cy="4344962"/>
          </a:xfrm>
        </p:spPr>
        <p:txBody>
          <a:bodyPr anchor="t"/>
          <a:lstStyle/>
          <a:p>
            <a:r>
              <a:rPr lang="en-US" altLang="zh-CN" dirty="0"/>
              <a:t>python</a:t>
            </a:r>
            <a:endParaRPr lang="en-US" altLang="zh-CN" dirty="0"/>
          </a:p>
          <a:p>
            <a:pPr lvl="1"/>
            <a:r>
              <a:rPr lang="en-US" altLang="zh-CN" dirty="0">
                <a:hlinkClick r:id="rId1"/>
              </a:rPr>
              <a:t>https://www.python.org/downloads/windows/</a:t>
            </a:r>
            <a:endParaRPr lang="en-US" altLang="zh-CN" dirty="0"/>
          </a:p>
          <a:p>
            <a:pPr lvl="1"/>
            <a:r>
              <a:rPr lang="en-US" altLang="zh-CN" dirty="0"/>
              <a:t>Download</a:t>
            </a:r>
            <a:endParaRPr lang="en-US" altLang="zh-CN" dirty="0"/>
          </a:p>
          <a:p>
            <a:pPr lvl="1"/>
            <a:r>
              <a:rPr lang="en-US" altLang="zh-CN" dirty="0"/>
              <a:t>Install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010" y="671830"/>
            <a:ext cx="5305425" cy="5581650"/>
          </a:xfrm>
          <a:prstGeom prst="rect">
            <a:avLst/>
          </a:prstGeom>
        </p:spPr>
      </p:pic>
      <p:sp>
        <p:nvSpPr>
          <p:cNvPr id="8" name="流程图: 终止 7"/>
          <p:cNvSpPr/>
          <p:nvPr/>
        </p:nvSpPr>
        <p:spPr>
          <a:xfrm>
            <a:off x="6363970" y="4300855"/>
            <a:ext cx="3946525" cy="523240"/>
          </a:xfrm>
          <a:prstGeom prst="flowChartTerminator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11" name="标题 1"/>
          <p:cNvSpPr txBox="1"/>
          <p:nvPr/>
        </p:nvSpPr>
        <p:spPr>
          <a:xfrm>
            <a:off x="838201" y="762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Labs Prepare</a:t>
            </a:r>
            <a:endParaRPr lang="zh-CN" altLang="en-US" dirty="0"/>
          </a:p>
        </p:txBody>
      </p:sp>
      <p:sp>
        <p:nvSpPr>
          <p:cNvPr id="12" name="内容占位符 2"/>
          <p:cNvSpPr txBox="1"/>
          <p:nvPr/>
        </p:nvSpPr>
        <p:spPr>
          <a:xfrm>
            <a:off x="120580" y="1808703"/>
            <a:ext cx="4302564" cy="43449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4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3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3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2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2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err="1"/>
              <a:t>pycharm</a:t>
            </a:r>
            <a:endParaRPr lang="en-US" altLang="zh-CN" sz="3600" dirty="0"/>
          </a:p>
          <a:p>
            <a:pPr lvl="1"/>
            <a:r>
              <a:rPr lang="en-US" altLang="zh-CN" sz="3200" dirty="0">
                <a:hlinkClick r:id="rId1"/>
              </a:rPr>
              <a:t>https://www.jetbrains.com/pycharm/</a:t>
            </a:r>
            <a:endParaRPr lang="en-US" altLang="zh-CN" sz="3200" dirty="0"/>
          </a:p>
          <a:p>
            <a:pPr lvl="1"/>
            <a:r>
              <a:rPr lang="en-US" altLang="zh-CN" sz="3200" dirty="0"/>
              <a:t>Download</a:t>
            </a:r>
            <a:endParaRPr lang="en-US" altLang="zh-CN" sz="3200" dirty="0"/>
          </a:p>
          <a:p>
            <a:pPr lvl="1"/>
            <a:r>
              <a:rPr lang="en-US" altLang="zh-CN" sz="3200" dirty="0"/>
              <a:t>Install</a:t>
            </a:r>
            <a:endParaRPr lang="en-US" altLang="zh-CN" sz="3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545" y="1252220"/>
            <a:ext cx="7763510" cy="4185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2297411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sz="4800" dirty="0"/>
              <a:t>Connect MySQL using python</a:t>
            </a:r>
            <a:endParaRPr lang="en-US" altLang="zh-CN" sz="4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115" y="609600"/>
            <a:ext cx="2510972" cy="1915886"/>
          </a:xfrm>
        </p:spPr>
        <p:txBody>
          <a:bodyPr>
            <a:normAutofit/>
          </a:bodyPr>
          <a:lstStyle/>
          <a:p>
            <a:r>
              <a:rPr lang="en-US" altLang="zh-CN" dirty="0"/>
              <a:t>PyCharm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16115" y="2471057"/>
            <a:ext cx="3761771" cy="1915886"/>
          </a:xfrm>
        </p:spPr>
        <p:txBody>
          <a:bodyPr/>
          <a:lstStyle/>
          <a:p>
            <a:r>
              <a:rPr lang="en-US" altLang="zh-CN" sz="2800" dirty="0"/>
              <a:t>Add reference</a:t>
            </a:r>
            <a:endParaRPr lang="en-US" altLang="zh-CN" sz="2800" dirty="0"/>
          </a:p>
          <a:p>
            <a:pPr lvl="1"/>
            <a:r>
              <a:rPr lang="en-US" altLang="zh-CN" sz="2400" dirty="0" err="1"/>
              <a:t>PyMySQL</a:t>
            </a:r>
            <a:endParaRPr lang="en-US" altLang="zh-CN" sz="2400" dirty="0"/>
          </a:p>
          <a:p>
            <a:pPr lvl="2"/>
            <a:r>
              <a:rPr lang="en-US" altLang="zh-CN" sz="2000" dirty="0"/>
              <a:t>Pip install </a:t>
            </a:r>
            <a:r>
              <a:rPr lang="en-US" altLang="zh-CN" sz="2000" dirty="0" err="1"/>
              <a:t>PyMySQL</a:t>
            </a:r>
            <a:endParaRPr lang="zh-CN" altLang="en-US" sz="2000" dirty="0"/>
          </a:p>
        </p:txBody>
      </p:sp>
      <p:sp>
        <p:nvSpPr>
          <p:cNvPr id="7" name="椭圆 6"/>
          <p:cNvSpPr/>
          <p:nvPr/>
        </p:nvSpPr>
        <p:spPr>
          <a:xfrm>
            <a:off x="7837715" y="2872818"/>
            <a:ext cx="1059544" cy="5225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5003" y="582460"/>
            <a:ext cx="8226956" cy="5693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115" y="609600"/>
            <a:ext cx="2510972" cy="1915886"/>
          </a:xfrm>
        </p:spPr>
        <p:txBody>
          <a:bodyPr>
            <a:normAutofit/>
          </a:bodyPr>
          <a:lstStyle/>
          <a:p>
            <a:r>
              <a:rPr lang="en-US" altLang="zh-CN" dirty="0"/>
              <a:t>PyCharm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16115" y="2471057"/>
            <a:ext cx="3761771" cy="1915886"/>
          </a:xfrm>
        </p:spPr>
        <p:txBody>
          <a:bodyPr/>
          <a:lstStyle/>
          <a:p>
            <a:r>
              <a:rPr lang="en-US" altLang="zh-CN" sz="2800" dirty="0"/>
              <a:t>Add reference</a:t>
            </a:r>
            <a:endParaRPr lang="en-US" altLang="zh-CN" sz="2800" dirty="0"/>
          </a:p>
          <a:p>
            <a:pPr lvl="1"/>
            <a:r>
              <a:rPr lang="en-US" altLang="zh-CN" sz="2400" dirty="0" err="1"/>
              <a:t>PyMySQL</a:t>
            </a:r>
            <a:endParaRPr lang="en-US" altLang="zh-CN" sz="2400" dirty="0"/>
          </a:p>
          <a:p>
            <a:pPr lvl="2"/>
            <a:r>
              <a:rPr lang="en-US" altLang="zh-CN" sz="2000" dirty="0"/>
              <a:t>Pip install </a:t>
            </a:r>
            <a:r>
              <a:rPr lang="en-US" altLang="zh-CN" sz="2000" dirty="0" err="1"/>
              <a:t>PyMySQL</a:t>
            </a:r>
            <a:endParaRPr lang="zh-CN" altLang="en-US" sz="2000" dirty="0"/>
          </a:p>
        </p:txBody>
      </p:sp>
      <p:sp>
        <p:nvSpPr>
          <p:cNvPr id="7" name="椭圆 6"/>
          <p:cNvSpPr/>
          <p:nvPr/>
        </p:nvSpPr>
        <p:spPr>
          <a:xfrm>
            <a:off x="7837715" y="2872818"/>
            <a:ext cx="1059544" cy="5225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4836" y="737569"/>
            <a:ext cx="7827659" cy="5267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115" y="609600"/>
            <a:ext cx="3448888" cy="3062514"/>
          </a:xfrm>
        </p:spPr>
        <p:txBody>
          <a:bodyPr>
            <a:normAutofit/>
          </a:bodyPr>
          <a:lstStyle/>
          <a:p>
            <a:r>
              <a:rPr lang="en-US" altLang="zh-CN" dirty="0"/>
              <a:t>connection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©LXD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948" y="4573265"/>
            <a:ext cx="4410075" cy="11144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653024" y="990657"/>
            <a:ext cx="71811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import pymysql</a:t>
            </a:r>
            <a:endParaRPr lang="zh-CN" altLang="en-US" sz="2800" dirty="0"/>
          </a:p>
          <a:p>
            <a:r>
              <a:rPr lang="zh-CN" altLang="en-US" sz="2800" dirty="0"/>
              <a:t>conn=pymysql.connect(host='localhost',user='root',password=</a:t>
            </a:r>
            <a:r>
              <a:rPr lang="en-US" altLang="zh-CN" sz="2800" dirty="0"/>
              <a:t>‘123</a:t>
            </a:r>
            <a:r>
              <a:rPr lang="zh-CN" altLang="en-US" sz="2800" dirty="0"/>
              <a:t>',database='sys',charset='utf8')</a:t>
            </a:r>
            <a:endParaRPr lang="zh-CN" altLang="en-US" sz="2800" dirty="0"/>
          </a:p>
          <a:p>
            <a:r>
              <a:rPr lang="zh-CN" altLang="en-US" sz="2800" dirty="0"/>
              <a:t>cursor=conn.cursor()</a:t>
            </a:r>
            <a:endParaRPr lang="zh-CN" altLang="en-US" sz="2800" dirty="0"/>
          </a:p>
          <a:p>
            <a:r>
              <a:rPr lang="zh-CN" altLang="en-US" sz="2800" dirty="0"/>
              <a:t>sql = 'select version()'</a:t>
            </a:r>
            <a:endParaRPr lang="zh-CN" altLang="en-US" sz="2800" dirty="0"/>
          </a:p>
          <a:p>
            <a:r>
              <a:rPr lang="zh-CN" altLang="en-US" sz="2800" dirty="0"/>
              <a:t>cursor.execute(sql)</a:t>
            </a:r>
            <a:endParaRPr lang="zh-CN" altLang="en-US" sz="2800" dirty="0"/>
          </a:p>
          <a:p>
            <a:r>
              <a:rPr lang="zh-CN" altLang="en-US" sz="2800" dirty="0"/>
              <a:t>retdat = cursor.fetchall()</a:t>
            </a:r>
            <a:endParaRPr lang="zh-CN" altLang="en-US" sz="2800" dirty="0"/>
          </a:p>
          <a:p>
            <a:r>
              <a:rPr lang="zh-CN" altLang="en-US" sz="2800" dirty="0"/>
              <a:t>for row in retdat:</a:t>
            </a:r>
            <a:endParaRPr lang="zh-CN" altLang="en-US" sz="2800" dirty="0"/>
          </a:p>
          <a:p>
            <a:r>
              <a:rPr lang="zh-CN" altLang="en-US" sz="2800" dirty="0"/>
              <a:t>    print(row[0])</a:t>
            </a:r>
            <a:endParaRPr lang="zh-CN" altLang="en-US" sz="2800" dirty="0"/>
          </a:p>
          <a:p>
            <a:r>
              <a:rPr lang="zh-CN" altLang="en-US" sz="2800" dirty="0"/>
              <a:t>cursor.close()</a:t>
            </a:r>
            <a:endParaRPr lang="zh-CN" altLang="en-US" sz="2800" dirty="0"/>
          </a:p>
          <a:p>
            <a:r>
              <a:rPr lang="zh-CN" altLang="en-US" sz="2800" dirty="0"/>
              <a:t>conn.close()</a:t>
            </a:r>
            <a:endParaRPr lang="zh-CN" altLang="en-US" sz="2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天体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TM03457452[[fn=天体]]</Template>
  <TotalTime>0</TotalTime>
  <Words>1313</Words>
  <Application>WPS 演示</Application>
  <PresentationFormat>宽屏</PresentationFormat>
  <Paragraphs>145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DengXian</vt:lpstr>
      <vt:lpstr>天体</vt:lpstr>
      <vt:lpstr>PowerPoint 演示文稿</vt:lpstr>
      <vt:lpstr>Objectives</vt:lpstr>
      <vt:lpstr>PowerPoint 演示文稿</vt:lpstr>
      <vt:lpstr>Labs Prepare</vt:lpstr>
      <vt:lpstr>Labs Prepare</vt:lpstr>
      <vt:lpstr>downloads</vt:lpstr>
      <vt:lpstr>MYSQL Install</vt:lpstr>
      <vt:lpstr>MYSQL Install</vt:lpstr>
      <vt:lpstr>MYSQL Install</vt:lpstr>
      <vt:lpstr>MYSQL Install</vt:lpstr>
      <vt:lpstr>MYSQL Install</vt:lpstr>
      <vt:lpstr>MYSQL Install</vt:lpstr>
      <vt:lpstr>MYSQL Install</vt:lpstr>
      <vt:lpstr>MYSQL Install</vt:lpstr>
      <vt:lpstr>MYSQL Install</vt:lpstr>
      <vt:lpstr>MYSQL: GUI Client Application</vt:lpstr>
      <vt:lpstr>MYSQL: GUI Client Application</vt:lpstr>
      <vt:lpstr>PowerPoint 演示文稿</vt:lpstr>
      <vt:lpstr>PowerPoint 演示文稿</vt:lpstr>
      <vt:lpstr>PowerPoint 演示文稿</vt:lpstr>
      <vt:lpstr>PowerPoint 演示文稿</vt:lpstr>
      <vt:lpstr>PyCharm</vt:lpstr>
      <vt:lpstr>PyCharm</vt:lpstr>
      <vt:lpstr>connection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Office</dc:creator>
  <cp:lastModifiedBy>lxd</cp:lastModifiedBy>
  <cp:revision>112</cp:revision>
  <dcterms:created xsi:type="dcterms:W3CDTF">2017-02-14T07:04:00Z</dcterms:created>
  <dcterms:modified xsi:type="dcterms:W3CDTF">2026-03-15T04:45:57Z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CCDDB82A3A2C4F4CA5DBF3B849A4C4FE_12</vt:lpwstr>
  </property>
  <property fmtid="{D5CDD505-2E9C-101B-9397-08002B2CF9AE}" pid="3" name="KSOProductBuildVer">
    <vt:lpwstr>2052-12.1.0.23125</vt:lpwstr>
  </property>
</Properties>
</file>