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C1B1C">
              <a:alpha val="9019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96761" y="2679289"/>
            <a:ext cx="6197600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1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B1414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99351" y="26064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432054" y="0"/>
                </a:moveTo>
                <a:lnTo>
                  <a:pt x="0" y="0"/>
                </a:lnTo>
                <a:lnTo>
                  <a:pt x="0" y="432053"/>
                </a:lnTo>
                <a:lnTo>
                  <a:pt x="432054" y="432053"/>
                </a:lnTo>
                <a:lnTo>
                  <a:pt x="432054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79374" y="438848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504050" y="0"/>
                </a:moveTo>
                <a:lnTo>
                  <a:pt x="0" y="0"/>
                </a:lnTo>
                <a:lnTo>
                  <a:pt x="0" y="504050"/>
                </a:lnTo>
                <a:lnTo>
                  <a:pt x="504050" y="504050"/>
                </a:lnTo>
                <a:lnTo>
                  <a:pt x="504050" y="0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79374" y="438848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0" y="0"/>
                </a:moveTo>
                <a:lnTo>
                  <a:pt x="504050" y="0"/>
                </a:lnTo>
                <a:lnTo>
                  <a:pt x="504050" y="504050"/>
                </a:lnTo>
                <a:lnTo>
                  <a:pt x="0" y="50405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446" y="885037"/>
            <a:ext cx="5616613" cy="285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1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B1414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99351" y="26064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432054" y="0"/>
                </a:moveTo>
                <a:lnTo>
                  <a:pt x="0" y="0"/>
                </a:lnTo>
                <a:lnTo>
                  <a:pt x="0" y="432053"/>
                </a:lnTo>
                <a:lnTo>
                  <a:pt x="432054" y="432053"/>
                </a:lnTo>
                <a:lnTo>
                  <a:pt x="432054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79374" y="438848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504050" y="0"/>
                </a:moveTo>
                <a:lnTo>
                  <a:pt x="0" y="0"/>
                </a:lnTo>
                <a:lnTo>
                  <a:pt x="0" y="504050"/>
                </a:lnTo>
                <a:lnTo>
                  <a:pt x="504050" y="504050"/>
                </a:lnTo>
                <a:lnTo>
                  <a:pt x="504050" y="0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79374" y="438848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0" y="0"/>
                </a:moveTo>
                <a:lnTo>
                  <a:pt x="504050" y="0"/>
                </a:lnTo>
                <a:lnTo>
                  <a:pt x="504050" y="504050"/>
                </a:lnTo>
                <a:lnTo>
                  <a:pt x="0" y="50405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446" y="885037"/>
            <a:ext cx="5616613" cy="285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1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B1414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9660" y="2687003"/>
            <a:ext cx="4752339" cy="41709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4245927" cy="442245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952840"/>
            <a:ext cx="10647946" cy="295231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864829" y="2061484"/>
            <a:ext cx="2664460" cy="2664460"/>
          </a:xfrm>
          <a:custGeom>
            <a:avLst/>
            <a:gdLst/>
            <a:ahLst/>
            <a:cxnLst/>
            <a:rect l="l" t="t" r="r" b="b"/>
            <a:pathLst>
              <a:path w="2664459" h="2664460">
                <a:moveTo>
                  <a:pt x="1332153" y="0"/>
                </a:moveTo>
                <a:lnTo>
                  <a:pt x="1284373" y="840"/>
                </a:lnTo>
                <a:lnTo>
                  <a:pt x="1237015" y="3344"/>
                </a:lnTo>
                <a:lnTo>
                  <a:pt x="1190109" y="7483"/>
                </a:lnTo>
                <a:lnTo>
                  <a:pt x="1143683" y="13229"/>
                </a:lnTo>
                <a:lnTo>
                  <a:pt x="1097764" y="20552"/>
                </a:lnTo>
                <a:lnTo>
                  <a:pt x="1052382" y="29427"/>
                </a:lnTo>
                <a:lnTo>
                  <a:pt x="1007563" y="39823"/>
                </a:lnTo>
                <a:lnTo>
                  <a:pt x="963337" y="51713"/>
                </a:lnTo>
                <a:lnTo>
                  <a:pt x="919731" y="65069"/>
                </a:lnTo>
                <a:lnTo>
                  <a:pt x="876774" y="79863"/>
                </a:lnTo>
                <a:lnTo>
                  <a:pt x="834493" y="96066"/>
                </a:lnTo>
                <a:lnTo>
                  <a:pt x="792918" y="113650"/>
                </a:lnTo>
                <a:lnTo>
                  <a:pt x="752075" y="132588"/>
                </a:lnTo>
                <a:lnTo>
                  <a:pt x="711994" y="152850"/>
                </a:lnTo>
                <a:lnTo>
                  <a:pt x="672703" y="174409"/>
                </a:lnTo>
                <a:lnTo>
                  <a:pt x="634229" y="197236"/>
                </a:lnTo>
                <a:lnTo>
                  <a:pt x="596601" y="221304"/>
                </a:lnTo>
                <a:lnTo>
                  <a:pt x="559848" y="246584"/>
                </a:lnTo>
                <a:lnTo>
                  <a:pt x="523996" y="273048"/>
                </a:lnTo>
                <a:lnTo>
                  <a:pt x="489075" y="300668"/>
                </a:lnTo>
                <a:lnTo>
                  <a:pt x="455112" y="329415"/>
                </a:lnTo>
                <a:lnTo>
                  <a:pt x="422136" y="359262"/>
                </a:lnTo>
                <a:lnTo>
                  <a:pt x="390175" y="390180"/>
                </a:lnTo>
                <a:lnTo>
                  <a:pt x="359257" y="422141"/>
                </a:lnTo>
                <a:lnTo>
                  <a:pt x="329411" y="455117"/>
                </a:lnTo>
                <a:lnTo>
                  <a:pt x="300664" y="489080"/>
                </a:lnTo>
                <a:lnTo>
                  <a:pt x="273044" y="524001"/>
                </a:lnTo>
                <a:lnTo>
                  <a:pt x="246581" y="559853"/>
                </a:lnTo>
                <a:lnTo>
                  <a:pt x="221301" y="596607"/>
                </a:lnTo>
                <a:lnTo>
                  <a:pt x="197233" y="634235"/>
                </a:lnTo>
                <a:lnTo>
                  <a:pt x="174406" y="672709"/>
                </a:lnTo>
                <a:lnTo>
                  <a:pt x="152848" y="712000"/>
                </a:lnTo>
                <a:lnTo>
                  <a:pt x="132586" y="752081"/>
                </a:lnTo>
                <a:lnTo>
                  <a:pt x="113649" y="792923"/>
                </a:lnTo>
                <a:lnTo>
                  <a:pt x="96064" y="834498"/>
                </a:lnTo>
                <a:lnTo>
                  <a:pt x="79862" y="876779"/>
                </a:lnTo>
                <a:lnTo>
                  <a:pt x="65068" y="919736"/>
                </a:lnTo>
                <a:lnTo>
                  <a:pt x="51712" y="963341"/>
                </a:lnTo>
                <a:lnTo>
                  <a:pt x="39822" y="1007567"/>
                </a:lnTo>
                <a:lnTo>
                  <a:pt x="29426" y="1052385"/>
                </a:lnTo>
                <a:lnTo>
                  <a:pt x="20552" y="1097768"/>
                </a:lnTo>
                <a:lnTo>
                  <a:pt x="13228" y="1143686"/>
                </a:lnTo>
                <a:lnTo>
                  <a:pt x="7483" y="1190112"/>
                </a:lnTo>
                <a:lnTo>
                  <a:pt x="3344" y="1237017"/>
                </a:lnTo>
                <a:lnTo>
                  <a:pt x="840" y="1284374"/>
                </a:lnTo>
                <a:lnTo>
                  <a:pt x="0" y="1332153"/>
                </a:lnTo>
                <a:lnTo>
                  <a:pt x="840" y="1379933"/>
                </a:lnTo>
                <a:lnTo>
                  <a:pt x="3344" y="1427290"/>
                </a:lnTo>
                <a:lnTo>
                  <a:pt x="7483" y="1474195"/>
                </a:lnTo>
                <a:lnTo>
                  <a:pt x="13228" y="1520621"/>
                </a:lnTo>
                <a:lnTo>
                  <a:pt x="20552" y="1566539"/>
                </a:lnTo>
                <a:lnTo>
                  <a:pt x="29426" y="1611921"/>
                </a:lnTo>
                <a:lnTo>
                  <a:pt x="39822" y="1656739"/>
                </a:lnTo>
                <a:lnTo>
                  <a:pt x="51712" y="1700965"/>
                </a:lnTo>
                <a:lnTo>
                  <a:pt x="65068" y="1744571"/>
                </a:lnTo>
                <a:lnTo>
                  <a:pt x="79862" y="1787528"/>
                </a:lnTo>
                <a:lnTo>
                  <a:pt x="96064" y="1829808"/>
                </a:lnTo>
                <a:lnTo>
                  <a:pt x="113649" y="1871384"/>
                </a:lnTo>
                <a:lnTo>
                  <a:pt x="132586" y="1912226"/>
                </a:lnTo>
                <a:lnTo>
                  <a:pt x="152848" y="1952307"/>
                </a:lnTo>
                <a:lnTo>
                  <a:pt x="174406" y="1991598"/>
                </a:lnTo>
                <a:lnTo>
                  <a:pt x="197233" y="2030072"/>
                </a:lnTo>
                <a:lnTo>
                  <a:pt x="221301" y="2067700"/>
                </a:lnTo>
                <a:lnTo>
                  <a:pt x="246581" y="2104454"/>
                </a:lnTo>
                <a:lnTo>
                  <a:pt x="273044" y="2140305"/>
                </a:lnTo>
                <a:lnTo>
                  <a:pt x="300664" y="2175227"/>
                </a:lnTo>
                <a:lnTo>
                  <a:pt x="329411" y="2209189"/>
                </a:lnTo>
                <a:lnTo>
                  <a:pt x="359257" y="2242165"/>
                </a:lnTo>
                <a:lnTo>
                  <a:pt x="390175" y="2274127"/>
                </a:lnTo>
                <a:lnTo>
                  <a:pt x="422136" y="2305045"/>
                </a:lnTo>
                <a:lnTo>
                  <a:pt x="455112" y="2334891"/>
                </a:lnTo>
                <a:lnTo>
                  <a:pt x="489075" y="2363639"/>
                </a:lnTo>
                <a:lnTo>
                  <a:pt x="523996" y="2391259"/>
                </a:lnTo>
                <a:lnTo>
                  <a:pt x="559848" y="2417722"/>
                </a:lnTo>
                <a:lnTo>
                  <a:pt x="596601" y="2443002"/>
                </a:lnTo>
                <a:lnTo>
                  <a:pt x="634229" y="2467070"/>
                </a:lnTo>
                <a:lnTo>
                  <a:pt x="672703" y="2489898"/>
                </a:lnTo>
                <a:lnTo>
                  <a:pt x="711994" y="2511457"/>
                </a:lnTo>
                <a:lnTo>
                  <a:pt x="752075" y="2531719"/>
                </a:lnTo>
                <a:lnTo>
                  <a:pt x="792918" y="2550656"/>
                </a:lnTo>
                <a:lnTo>
                  <a:pt x="834493" y="2568240"/>
                </a:lnTo>
                <a:lnTo>
                  <a:pt x="876774" y="2584444"/>
                </a:lnTo>
                <a:lnTo>
                  <a:pt x="919731" y="2599237"/>
                </a:lnTo>
                <a:lnTo>
                  <a:pt x="963337" y="2612593"/>
                </a:lnTo>
                <a:lnTo>
                  <a:pt x="1007563" y="2624484"/>
                </a:lnTo>
                <a:lnTo>
                  <a:pt x="1052382" y="2634880"/>
                </a:lnTo>
                <a:lnTo>
                  <a:pt x="1097764" y="2643754"/>
                </a:lnTo>
                <a:lnTo>
                  <a:pt x="1143683" y="2651078"/>
                </a:lnTo>
                <a:lnTo>
                  <a:pt x="1190109" y="2656824"/>
                </a:lnTo>
                <a:lnTo>
                  <a:pt x="1237015" y="2660962"/>
                </a:lnTo>
                <a:lnTo>
                  <a:pt x="1284373" y="2663466"/>
                </a:lnTo>
                <a:lnTo>
                  <a:pt x="1332153" y="2664307"/>
                </a:lnTo>
                <a:lnTo>
                  <a:pt x="1379933" y="2663466"/>
                </a:lnTo>
                <a:lnTo>
                  <a:pt x="1427290" y="2660962"/>
                </a:lnTo>
                <a:lnTo>
                  <a:pt x="1474195" y="2656824"/>
                </a:lnTo>
                <a:lnTo>
                  <a:pt x="1520621" y="2651078"/>
                </a:lnTo>
                <a:lnTo>
                  <a:pt x="1566539" y="2643754"/>
                </a:lnTo>
                <a:lnTo>
                  <a:pt x="1611921" y="2634880"/>
                </a:lnTo>
                <a:lnTo>
                  <a:pt x="1656739" y="2624484"/>
                </a:lnTo>
                <a:lnTo>
                  <a:pt x="1700964" y="2612593"/>
                </a:lnTo>
                <a:lnTo>
                  <a:pt x="1744570" y="2599237"/>
                </a:lnTo>
                <a:lnTo>
                  <a:pt x="1787526" y="2584444"/>
                </a:lnTo>
                <a:lnTo>
                  <a:pt x="1829806" y="2568240"/>
                </a:lnTo>
                <a:lnTo>
                  <a:pt x="1871381" y="2550656"/>
                </a:lnTo>
                <a:lnTo>
                  <a:pt x="1912223" y="2531719"/>
                </a:lnTo>
                <a:lnTo>
                  <a:pt x="1952304" y="2511457"/>
                </a:lnTo>
                <a:lnTo>
                  <a:pt x="1991595" y="2489898"/>
                </a:lnTo>
                <a:lnTo>
                  <a:pt x="2030068" y="2467070"/>
                </a:lnTo>
                <a:lnTo>
                  <a:pt x="2067696" y="2443002"/>
                </a:lnTo>
                <a:lnTo>
                  <a:pt x="2104449" y="2417722"/>
                </a:lnTo>
                <a:lnTo>
                  <a:pt x="2140301" y="2391259"/>
                </a:lnTo>
                <a:lnTo>
                  <a:pt x="2175221" y="2363639"/>
                </a:lnTo>
                <a:lnTo>
                  <a:pt x="2209184" y="2334891"/>
                </a:lnTo>
                <a:lnTo>
                  <a:pt x="2242160" y="2305045"/>
                </a:lnTo>
                <a:lnTo>
                  <a:pt x="2274120" y="2274127"/>
                </a:lnTo>
                <a:lnTo>
                  <a:pt x="2305038" y="2242165"/>
                </a:lnTo>
                <a:lnTo>
                  <a:pt x="2334884" y="2209189"/>
                </a:lnTo>
                <a:lnTo>
                  <a:pt x="2363631" y="2175227"/>
                </a:lnTo>
                <a:lnTo>
                  <a:pt x="2391251" y="2140305"/>
                </a:lnTo>
                <a:lnTo>
                  <a:pt x="2417714" y="2104454"/>
                </a:lnTo>
                <a:lnTo>
                  <a:pt x="2442994" y="2067700"/>
                </a:lnTo>
                <a:lnTo>
                  <a:pt x="2467061" y="2030072"/>
                </a:lnTo>
                <a:lnTo>
                  <a:pt x="2489888" y="1991598"/>
                </a:lnTo>
                <a:lnTo>
                  <a:pt x="2511447" y="1952307"/>
                </a:lnTo>
                <a:lnTo>
                  <a:pt x="2531709" y="1912226"/>
                </a:lnTo>
                <a:lnTo>
                  <a:pt x="2550646" y="1871384"/>
                </a:lnTo>
                <a:lnTo>
                  <a:pt x="2568230" y="1829808"/>
                </a:lnTo>
                <a:lnTo>
                  <a:pt x="2584432" y="1787528"/>
                </a:lnTo>
                <a:lnTo>
                  <a:pt x="2599226" y="1744571"/>
                </a:lnTo>
                <a:lnTo>
                  <a:pt x="2612582" y="1700965"/>
                </a:lnTo>
                <a:lnTo>
                  <a:pt x="2624472" y="1656739"/>
                </a:lnTo>
                <a:lnTo>
                  <a:pt x="2634868" y="1611921"/>
                </a:lnTo>
                <a:lnTo>
                  <a:pt x="2643742" y="1566539"/>
                </a:lnTo>
                <a:lnTo>
                  <a:pt x="2651066" y="1520621"/>
                </a:lnTo>
                <a:lnTo>
                  <a:pt x="2656811" y="1474195"/>
                </a:lnTo>
                <a:lnTo>
                  <a:pt x="2660950" y="1427290"/>
                </a:lnTo>
                <a:lnTo>
                  <a:pt x="2663454" y="1379933"/>
                </a:lnTo>
                <a:lnTo>
                  <a:pt x="2664294" y="1332153"/>
                </a:lnTo>
                <a:lnTo>
                  <a:pt x="2663454" y="1284374"/>
                </a:lnTo>
                <a:lnTo>
                  <a:pt x="2660950" y="1237017"/>
                </a:lnTo>
                <a:lnTo>
                  <a:pt x="2656811" y="1190112"/>
                </a:lnTo>
                <a:lnTo>
                  <a:pt x="2651066" y="1143686"/>
                </a:lnTo>
                <a:lnTo>
                  <a:pt x="2643742" y="1097768"/>
                </a:lnTo>
                <a:lnTo>
                  <a:pt x="2634868" y="1052385"/>
                </a:lnTo>
                <a:lnTo>
                  <a:pt x="2624472" y="1007567"/>
                </a:lnTo>
                <a:lnTo>
                  <a:pt x="2612582" y="963341"/>
                </a:lnTo>
                <a:lnTo>
                  <a:pt x="2599226" y="919736"/>
                </a:lnTo>
                <a:lnTo>
                  <a:pt x="2584432" y="876779"/>
                </a:lnTo>
                <a:lnTo>
                  <a:pt x="2568230" y="834498"/>
                </a:lnTo>
                <a:lnTo>
                  <a:pt x="2550646" y="792923"/>
                </a:lnTo>
                <a:lnTo>
                  <a:pt x="2531709" y="752081"/>
                </a:lnTo>
                <a:lnTo>
                  <a:pt x="2511447" y="712000"/>
                </a:lnTo>
                <a:lnTo>
                  <a:pt x="2489888" y="672709"/>
                </a:lnTo>
                <a:lnTo>
                  <a:pt x="2467061" y="634235"/>
                </a:lnTo>
                <a:lnTo>
                  <a:pt x="2442994" y="596607"/>
                </a:lnTo>
                <a:lnTo>
                  <a:pt x="2417714" y="559853"/>
                </a:lnTo>
                <a:lnTo>
                  <a:pt x="2391251" y="524001"/>
                </a:lnTo>
                <a:lnTo>
                  <a:pt x="2363631" y="489080"/>
                </a:lnTo>
                <a:lnTo>
                  <a:pt x="2334884" y="455117"/>
                </a:lnTo>
                <a:lnTo>
                  <a:pt x="2305038" y="422141"/>
                </a:lnTo>
                <a:lnTo>
                  <a:pt x="2274120" y="390180"/>
                </a:lnTo>
                <a:lnTo>
                  <a:pt x="2242160" y="359262"/>
                </a:lnTo>
                <a:lnTo>
                  <a:pt x="2209184" y="329415"/>
                </a:lnTo>
                <a:lnTo>
                  <a:pt x="2175221" y="300668"/>
                </a:lnTo>
                <a:lnTo>
                  <a:pt x="2140301" y="273048"/>
                </a:lnTo>
                <a:lnTo>
                  <a:pt x="2104449" y="246584"/>
                </a:lnTo>
                <a:lnTo>
                  <a:pt x="2067696" y="221304"/>
                </a:lnTo>
                <a:lnTo>
                  <a:pt x="2030068" y="197236"/>
                </a:lnTo>
                <a:lnTo>
                  <a:pt x="1991595" y="174409"/>
                </a:lnTo>
                <a:lnTo>
                  <a:pt x="1952304" y="152850"/>
                </a:lnTo>
                <a:lnTo>
                  <a:pt x="1912223" y="132588"/>
                </a:lnTo>
                <a:lnTo>
                  <a:pt x="1871381" y="113650"/>
                </a:lnTo>
                <a:lnTo>
                  <a:pt x="1829806" y="96066"/>
                </a:lnTo>
                <a:lnTo>
                  <a:pt x="1787526" y="79863"/>
                </a:lnTo>
                <a:lnTo>
                  <a:pt x="1744570" y="65069"/>
                </a:lnTo>
                <a:lnTo>
                  <a:pt x="1700964" y="51713"/>
                </a:lnTo>
                <a:lnTo>
                  <a:pt x="1656739" y="39823"/>
                </a:lnTo>
                <a:lnTo>
                  <a:pt x="1611921" y="29427"/>
                </a:lnTo>
                <a:lnTo>
                  <a:pt x="1566539" y="20552"/>
                </a:lnTo>
                <a:lnTo>
                  <a:pt x="1520621" y="13229"/>
                </a:lnTo>
                <a:lnTo>
                  <a:pt x="1474195" y="7483"/>
                </a:lnTo>
                <a:lnTo>
                  <a:pt x="1427290" y="3344"/>
                </a:lnTo>
                <a:lnTo>
                  <a:pt x="1379933" y="840"/>
                </a:lnTo>
                <a:lnTo>
                  <a:pt x="13321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864829" y="2061484"/>
            <a:ext cx="2664460" cy="2664460"/>
          </a:xfrm>
          <a:custGeom>
            <a:avLst/>
            <a:gdLst/>
            <a:ahLst/>
            <a:cxnLst/>
            <a:rect l="l" t="t" r="r" b="b"/>
            <a:pathLst>
              <a:path w="2664459" h="2664460">
                <a:moveTo>
                  <a:pt x="0" y="1332153"/>
                </a:moveTo>
                <a:lnTo>
                  <a:pt x="840" y="1284374"/>
                </a:lnTo>
                <a:lnTo>
                  <a:pt x="3344" y="1237017"/>
                </a:lnTo>
                <a:lnTo>
                  <a:pt x="7483" y="1190112"/>
                </a:lnTo>
                <a:lnTo>
                  <a:pt x="13228" y="1143686"/>
                </a:lnTo>
                <a:lnTo>
                  <a:pt x="20552" y="1097768"/>
                </a:lnTo>
                <a:lnTo>
                  <a:pt x="29426" y="1052385"/>
                </a:lnTo>
                <a:lnTo>
                  <a:pt x="39822" y="1007567"/>
                </a:lnTo>
                <a:lnTo>
                  <a:pt x="51712" y="963341"/>
                </a:lnTo>
                <a:lnTo>
                  <a:pt x="65068" y="919736"/>
                </a:lnTo>
                <a:lnTo>
                  <a:pt x="79862" y="876779"/>
                </a:lnTo>
                <a:lnTo>
                  <a:pt x="96064" y="834498"/>
                </a:lnTo>
                <a:lnTo>
                  <a:pt x="113649" y="792923"/>
                </a:lnTo>
                <a:lnTo>
                  <a:pt x="132586" y="752081"/>
                </a:lnTo>
                <a:lnTo>
                  <a:pt x="152848" y="712000"/>
                </a:lnTo>
                <a:lnTo>
                  <a:pt x="174406" y="672709"/>
                </a:lnTo>
                <a:lnTo>
                  <a:pt x="197233" y="634235"/>
                </a:lnTo>
                <a:lnTo>
                  <a:pt x="221301" y="596607"/>
                </a:lnTo>
                <a:lnTo>
                  <a:pt x="246581" y="559853"/>
                </a:lnTo>
                <a:lnTo>
                  <a:pt x="273044" y="524001"/>
                </a:lnTo>
                <a:lnTo>
                  <a:pt x="300664" y="489080"/>
                </a:lnTo>
                <a:lnTo>
                  <a:pt x="329411" y="455117"/>
                </a:lnTo>
                <a:lnTo>
                  <a:pt x="359257" y="422141"/>
                </a:lnTo>
                <a:lnTo>
                  <a:pt x="390175" y="390180"/>
                </a:lnTo>
                <a:lnTo>
                  <a:pt x="422136" y="359262"/>
                </a:lnTo>
                <a:lnTo>
                  <a:pt x="455112" y="329415"/>
                </a:lnTo>
                <a:lnTo>
                  <a:pt x="489075" y="300668"/>
                </a:lnTo>
                <a:lnTo>
                  <a:pt x="523996" y="273048"/>
                </a:lnTo>
                <a:lnTo>
                  <a:pt x="559848" y="246584"/>
                </a:lnTo>
                <a:lnTo>
                  <a:pt x="596601" y="221304"/>
                </a:lnTo>
                <a:lnTo>
                  <a:pt x="634229" y="197236"/>
                </a:lnTo>
                <a:lnTo>
                  <a:pt x="672703" y="174409"/>
                </a:lnTo>
                <a:lnTo>
                  <a:pt x="711994" y="152850"/>
                </a:lnTo>
                <a:lnTo>
                  <a:pt x="752075" y="132588"/>
                </a:lnTo>
                <a:lnTo>
                  <a:pt x="792918" y="113650"/>
                </a:lnTo>
                <a:lnTo>
                  <a:pt x="834493" y="96066"/>
                </a:lnTo>
                <a:lnTo>
                  <a:pt x="876774" y="79863"/>
                </a:lnTo>
                <a:lnTo>
                  <a:pt x="919731" y="65069"/>
                </a:lnTo>
                <a:lnTo>
                  <a:pt x="963337" y="51713"/>
                </a:lnTo>
                <a:lnTo>
                  <a:pt x="1007563" y="39823"/>
                </a:lnTo>
                <a:lnTo>
                  <a:pt x="1052382" y="29427"/>
                </a:lnTo>
                <a:lnTo>
                  <a:pt x="1097764" y="20552"/>
                </a:lnTo>
                <a:lnTo>
                  <a:pt x="1143683" y="13229"/>
                </a:lnTo>
                <a:lnTo>
                  <a:pt x="1190109" y="7483"/>
                </a:lnTo>
                <a:lnTo>
                  <a:pt x="1237015" y="3344"/>
                </a:lnTo>
                <a:lnTo>
                  <a:pt x="1284373" y="840"/>
                </a:lnTo>
                <a:lnTo>
                  <a:pt x="1332153" y="0"/>
                </a:lnTo>
                <a:lnTo>
                  <a:pt x="1379933" y="840"/>
                </a:lnTo>
                <a:lnTo>
                  <a:pt x="1427290" y="3344"/>
                </a:lnTo>
                <a:lnTo>
                  <a:pt x="1474195" y="7483"/>
                </a:lnTo>
                <a:lnTo>
                  <a:pt x="1520621" y="13229"/>
                </a:lnTo>
                <a:lnTo>
                  <a:pt x="1566539" y="20552"/>
                </a:lnTo>
                <a:lnTo>
                  <a:pt x="1611921" y="29427"/>
                </a:lnTo>
                <a:lnTo>
                  <a:pt x="1656739" y="39823"/>
                </a:lnTo>
                <a:lnTo>
                  <a:pt x="1700964" y="51713"/>
                </a:lnTo>
                <a:lnTo>
                  <a:pt x="1744570" y="65069"/>
                </a:lnTo>
                <a:lnTo>
                  <a:pt x="1787526" y="79863"/>
                </a:lnTo>
                <a:lnTo>
                  <a:pt x="1829806" y="96066"/>
                </a:lnTo>
                <a:lnTo>
                  <a:pt x="1871381" y="113650"/>
                </a:lnTo>
                <a:lnTo>
                  <a:pt x="1912223" y="132588"/>
                </a:lnTo>
                <a:lnTo>
                  <a:pt x="1952304" y="152850"/>
                </a:lnTo>
                <a:lnTo>
                  <a:pt x="1991595" y="174409"/>
                </a:lnTo>
                <a:lnTo>
                  <a:pt x="2030068" y="197236"/>
                </a:lnTo>
                <a:lnTo>
                  <a:pt x="2067696" y="221304"/>
                </a:lnTo>
                <a:lnTo>
                  <a:pt x="2104449" y="246584"/>
                </a:lnTo>
                <a:lnTo>
                  <a:pt x="2140301" y="273048"/>
                </a:lnTo>
                <a:lnTo>
                  <a:pt x="2175221" y="300668"/>
                </a:lnTo>
                <a:lnTo>
                  <a:pt x="2209184" y="329415"/>
                </a:lnTo>
                <a:lnTo>
                  <a:pt x="2242160" y="359262"/>
                </a:lnTo>
                <a:lnTo>
                  <a:pt x="2274120" y="390180"/>
                </a:lnTo>
                <a:lnTo>
                  <a:pt x="2305038" y="422141"/>
                </a:lnTo>
                <a:lnTo>
                  <a:pt x="2334884" y="455117"/>
                </a:lnTo>
                <a:lnTo>
                  <a:pt x="2363631" y="489080"/>
                </a:lnTo>
                <a:lnTo>
                  <a:pt x="2391251" y="524001"/>
                </a:lnTo>
                <a:lnTo>
                  <a:pt x="2417714" y="559853"/>
                </a:lnTo>
                <a:lnTo>
                  <a:pt x="2442994" y="596607"/>
                </a:lnTo>
                <a:lnTo>
                  <a:pt x="2467061" y="634235"/>
                </a:lnTo>
                <a:lnTo>
                  <a:pt x="2489888" y="672709"/>
                </a:lnTo>
                <a:lnTo>
                  <a:pt x="2511447" y="712000"/>
                </a:lnTo>
                <a:lnTo>
                  <a:pt x="2531709" y="752081"/>
                </a:lnTo>
                <a:lnTo>
                  <a:pt x="2550646" y="792923"/>
                </a:lnTo>
                <a:lnTo>
                  <a:pt x="2568230" y="834498"/>
                </a:lnTo>
                <a:lnTo>
                  <a:pt x="2584432" y="876779"/>
                </a:lnTo>
                <a:lnTo>
                  <a:pt x="2599226" y="919736"/>
                </a:lnTo>
                <a:lnTo>
                  <a:pt x="2612582" y="963341"/>
                </a:lnTo>
                <a:lnTo>
                  <a:pt x="2624472" y="1007567"/>
                </a:lnTo>
                <a:lnTo>
                  <a:pt x="2634868" y="1052385"/>
                </a:lnTo>
                <a:lnTo>
                  <a:pt x="2643742" y="1097768"/>
                </a:lnTo>
                <a:lnTo>
                  <a:pt x="2651066" y="1143686"/>
                </a:lnTo>
                <a:lnTo>
                  <a:pt x="2656811" y="1190112"/>
                </a:lnTo>
                <a:lnTo>
                  <a:pt x="2660950" y="1237017"/>
                </a:lnTo>
                <a:lnTo>
                  <a:pt x="2663454" y="1284374"/>
                </a:lnTo>
                <a:lnTo>
                  <a:pt x="2664294" y="1332153"/>
                </a:lnTo>
                <a:lnTo>
                  <a:pt x="2663454" y="1379933"/>
                </a:lnTo>
                <a:lnTo>
                  <a:pt x="2660950" y="1427290"/>
                </a:lnTo>
                <a:lnTo>
                  <a:pt x="2656811" y="1474195"/>
                </a:lnTo>
                <a:lnTo>
                  <a:pt x="2651066" y="1520621"/>
                </a:lnTo>
                <a:lnTo>
                  <a:pt x="2643742" y="1566539"/>
                </a:lnTo>
                <a:lnTo>
                  <a:pt x="2634868" y="1611921"/>
                </a:lnTo>
                <a:lnTo>
                  <a:pt x="2624472" y="1656739"/>
                </a:lnTo>
                <a:lnTo>
                  <a:pt x="2612582" y="1700965"/>
                </a:lnTo>
                <a:lnTo>
                  <a:pt x="2599226" y="1744571"/>
                </a:lnTo>
                <a:lnTo>
                  <a:pt x="2584432" y="1787528"/>
                </a:lnTo>
                <a:lnTo>
                  <a:pt x="2568230" y="1829808"/>
                </a:lnTo>
                <a:lnTo>
                  <a:pt x="2550646" y="1871384"/>
                </a:lnTo>
                <a:lnTo>
                  <a:pt x="2531709" y="1912226"/>
                </a:lnTo>
                <a:lnTo>
                  <a:pt x="2511447" y="1952307"/>
                </a:lnTo>
                <a:lnTo>
                  <a:pt x="2489888" y="1991598"/>
                </a:lnTo>
                <a:lnTo>
                  <a:pt x="2467061" y="2030072"/>
                </a:lnTo>
                <a:lnTo>
                  <a:pt x="2442994" y="2067700"/>
                </a:lnTo>
                <a:lnTo>
                  <a:pt x="2417714" y="2104454"/>
                </a:lnTo>
                <a:lnTo>
                  <a:pt x="2391251" y="2140305"/>
                </a:lnTo>
                <a:lnTo>
                  <a:pt x="2363631" y="2175227"/>
                </a:lnTo>
                <a:lnTo>
                  <a:pt x="2334884" y="2209189"/>
                </a:lnTo>
                <a:lnTo>
                  <a:pt x="2305038" y="2242165"/>
                </a:lnTo>
                <a:lnTo>
                  <a:pt x="2274120" y="2274127"/>
                </a:lnTo>
                <a:lnTo>
                  <a:pt x="2242160" y="2305045"/>
                </a:lnTo>
                <a:lnTo>
                  <a:pt x="2209184" y="2334891"/>
                </a:lnTo>
                <a:lnTo>
                  <a:pt x="2175221" y="2363639"/>
                </a:lnTo>
                <a:lnTo>
                  <a:pt x="2140301" y="2391259"/>
                </a:lnTo>
                <a:lnTo>
                  <a:pt x="2104449" y="2417722"/>
                </a:lnTo>
                <a:lnTo>
                  <a:pt x="2067696" y="2443002"/>
                </a:lnTo>
                <a:lnTo>
                  <a:pt x="2030068" y="2467070"/>
                </a:lnTo>
                <a:lnTo>
                  <a:pt x="1991595" y="2489898"/>
                </a:lnTo>
                <a:lnTo>
                  <a:pt x="1952304" y="2511457"/>
                </a:lnTo>
                <a:lnTo>
                  <a:pt x="1912223" y="2531719"/>
                </a:lnTo>
                <a:lnTo>
                  <a:pt x="1871381" y="2550656"/>
                </a:lnTo>
                <a:lnTo>
                  <a:pt x="1829806" y="2568240"/>
                </a:lnTo>
                <a:lnTo>
                  <a:pt x="1787526" y="2584444"/>
                </a:lnTo>
                <a:lnTo>
                  <a:pt x="1744570" y="2599237"/>
                </a:lnTo>
                <a:lnTo>
                  <a:pt x="1700964" y="2612593"/>
                </a:lnTo>
                <a:lnTo>
                  <a:pt x="1656739" y="2624484"/>
                </a:lnTo>
                <a:lnTo>
                  <a:pt x="1611921" y="2634880"/>
                </a:lnTo>
                <a:lnTo>
                  <a:pt x="1566539" y="2643754"/>
                </a:lnTo>
                <a:lnTo>
                  <a:pt x="1520621" y="2651078"/>
                </a:lnTo>
                <a:lnTo>
                  <a:pt x="1474195" y="2656824"/>
                </a:lnTo>
                <a:lnTo>
                  <a:pt x="1427290" y="2660962"/>
                </a:lnTo>
                <a:lnTo>
                  <a:pt x="1379933" y="2663466"/>
                </a:lnTo>
                <a:lnTo>
                  <a:pt x="1332153" y="2664307"/>
                </a:lnTo>
                <a:lnTo>
                  <a:pt x="1284373" y="2663466"/>
                </a:lnTo>
                <a:lnTo>
                  <a:pt x="1237015" y="2660962"/>
                </a:lnTo>
                <a:lnTo>
                  <a:pt x="1190109" y="2656824"/>
                </a:lnTo>
                <a:lnTo>
                  <a:pt x="1143683" y="2651078"/>
                </a:lnTo>
                <a:lnTo>
                  <a:pt x="1097764" y="2643754"/>
                </a:lnTo>
                <a:lnTo>
                  <a:pt x="1052382" y="2634880"/>
                </a:lnTo>
                <a:lnTo>
                  <a:pt x="1007563" y="2624484"/>
                </a:lnTo>
                <a:lnTo>
                  <a:pt x="963337" y="2612593"/>
                </a:lnTo>
                <a:lnTo>
                  <a:pt x="919731" y="2599237"/>
                </a:lnTo>
                <a:lnTo>
                  <a:pt x="876774" y="2584444"/>
                </a:lnTo>
                <a:lnTo>
                  <a:pt x="834493" y="2568240"/>
                </a:lnTo>
                <a:lnTo>
                  <a:pt x="792918" y="2550656"/>
                </a:lnTo>
                <a:lnTo>
                  <a:pt x="752075" y="2531719"/>
                </a:lnTo>
                <a:lnTo>
                  <a:pt x="711994" y="2511457"/>
                </a:lnTo>
                <a:lnTo>
                  <a:pt x="672703" y="2489898"/>
                </a:lnTo>
                <a:lnTo>
                  <a:pt x="634229" y="2467070"/>
                </a:lnTo>
                <a:lnTo>
                  <a:pt x="596601" y="2443002"/>
                </a:lnTo>
                <a:lnTo>
                  <a:pt x="559848" y="2417722"/>
                </a:lnTo>
                <a:lnTo>
                  <a:pt x="523996" y="2391259"/>
                </a:lnTo>
                <a:lnTo>
                  <a:pt x="489075" y="2363639"/>
                </a:lnTo>
                <a:lnTo>
                  <a:pt x="455112" y="2334891"/>
                </a:lnTo>
                <a:lnTo>
                  <a:pt x="422136" y="2305045"/>
                </a:lnTo>
                <a:lnTo>
                  <a:pt x="390175" y="2274127"/>
                </a:lnTo>
                <a:lnTo>
                  <a:pt x="359257" y="2242165"/>
                </a:lnTo>
                <a:lnTo>
                  <a:pt x="329411" y="2209189"/>
                </a:lnTo>
                <a:lnTo>
                  <a:pt x="300664" y="2175227"/>
                </a:lnTo>
                <a:lnTo>
                  <a:pt x="273044" y="2140305"/>
                </a:lnTo>
                <a:lnTo>
                  <a:pt x="246581" y="2104454"/>
                </a:lnTo>
                <a:lnTo>
                  <a:pt x="221301" y="2067700"/>
                </a:lnTo>
                <a:lnTo>
                  <a:pt x="197233" y="2030072"/>
                </a:lnTo>
                <a:lnTo>
                  <a:pt x="174406" y="1991598"/>
                </a:lnTo>
                <a:lnTo>
                  <a:pt x="152848" y="1952307"/>
                </a:lnTo>
                <a:lnTo>
                  <a:pt x="132586" y="1912226"/>
                </a:lnTo>
                <a:lnTo>
                  <a:pt x="113649" y="1871384"/>
                </a:lnTo>
                <a:lnTo>
                  <a:pt x="96064" y="1829808"/>
                </a:lnTo>
                <a:lnTo>
                  <a:pt x="79862" y="1787528"/>
                </a:lnTo>
                <a:lnTo>
                  <a:pt x="65068" y="1744571"/>
                </a:lnTo>
                <a:lnTo>
                  <a:pt x="51712" y="1700965"/>
                </a:lnTo>
                <a:lnTo>
                  <a:pt x="39822" y="1656739"/>
                </a:lnTo>
                <a:lnTo>
                  <a:pt x="29426" y="1611921"/>
                </a:lnTo>
                <a:lnTo>
                  <a:pt x="20552" y="1566539"/>
                </a:lnTo>
                <a:lnTo>
                  <a:pt x="13228" y="1520621"/>
                </a:lnTo>
                <a:lnTo>
                  <a:pt x="7483" y="1474195"/>
                </a:lnTo>
                <a:lnTo>
                  <a:pt x="3344" y="1427290"/>
                </a:lnTo>
                <a:lnTo>
                  <a:pt x="840" y="1379933"/>
                </a:lnTo>
                <a:lnTo>
                  <a:pt x="0" y="1332153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1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B1414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B1414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5355" y="2545342"/>
            <a:ext cx="4826000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1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8120" y="6370091"/>
            <a:ext cx="2538730" cy="358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8B1414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12.png"/><Relationship Id="rId11" Type="http://schemas.openxmlformats.org/officeDocument/2006/relationships/image" Target="../media/image25.jpg"/><Relationship Id="rId12" Type="http://schemas.openxmlformats.org/officeDocument/2006/relationships/image" Target="../media/image26.jpg"/><Relationship Id="rId13" Type="http://schemas.openxmlformats.org/officeDocument/2006/relationships/image" Target="../media/image2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始于足下，进而有为暑期社会实践报告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82888" y="4903647"/>
            <a:ext cx="162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 i="1">
                <a:solidFill>
                  <a:srgbClr val="FFFFFF"/>
                </a:solidFill>
                <a:latin typeface="微软雅黑"/>
                <a:cs typeface="微软雅黑"/>
              </a:rPr>
              <a:t>答辩人：黄子豪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442058" y="4653135"/>
            <a:ext cx="9621520" cy="0"/>
          </a:xfrm>
          <a:custGeom>
            <a:avLst/>
            <a:gdLst/>
            <a:ahLst/>
            <a:cxnLst/>
            <a:rect l="l" t="t" r="r" b="b"/>
            <a:pathLst>
              <a:path w="9621520" h="0">
                <a:moveTo>
                  <a:pt x="0" y="0"/>
                </a:moveTo>
                <a:lnTo>
                  <a:pt x="9621012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9875" y="1262380"/>
            <a:ext cx="3778884" cy="138620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86409" y="6410731"/>
            <a:ext cx="2538730" cy="358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05"/>
              </a:lnSpc>
            </a:pPr>
            <a:r>
              <a:rPr dirty="0" sz="2400" spc="-10">
                <a:solidFill>
                  <a:srgbClr val="FFFFFF"/>
                </a:solidFill>
                <a:latin typeface="华文行楷"/>
                <a:cs typeface="华文行楷"/>
              </a:rPr>
              <a:t>允公允能 日新月异</a:t>
            </a:r>
            <a:endParaRPr sz="2400">
              <a:latin typeface="华文行楷"/>
              <a:cs typeface="华文行楷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8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7048"/>
              <a:ext cx="12178431" cy="6800951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421801" y="3760800"/>
            <a:ext cx="684530" cy="684530"/>
          </a:xfrm>
          <a:prstGeom prst="rect">
            <a:avLst/>
          </a:prstGeom>
          <a:solidFill>
            <a:srgbClr val="003D86"/>
          </a:solidFill>
          <a:ln w="28575">
            <a:solidFill>
              <a:srgbClr val="003D86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4000" spc="-50" b="1">
                <a:solidFill>
                  <a:srgbClr val="FFFFFF"/>
                </a:solidFill>
                <a:latin typeface="Impact"/>
                <a:cs typeface="Impact"/>
              </a:rPr>
              <a:t>1</a:t>
            </a:r>
            <a:endParaRPr sz="4000">
              <a:latin typeface="Impact"/>
              <a:cs typeface="Impac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37170" y="3890139"/>
            <a:ext cx="4660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1">
                <a:solidFill>
                  <a:srgbClr val="5B9BD4"/>
                </a:solidFill>
                <a:latin typeface="宋体"/>
                <a:cs typeface="宋体"/>
              </a:rPr>
              <a:t>溯源乳业匠心，共研绿色未来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13402" y="5091733"/>
            <a:ext cx="4660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1">
                <a:solidFill>
                  <a:srgbClr val="EC7C30"/>
                </a:solidFill>
                <a:latin typeface="宋体"/>
                <a:cs typeface="宋体"/>
              </a:rPr>
              <a:t>学习走访并重，实践点亮未来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420226" y="5013172"/>
            <a:ext cx="684530" cy="684530"/>
          </a:xfrm>
          <a:prstGeom prst="rect">
            <a:avLst/>
          </a:prstGeom>
          <a:solidFill>
            <a:srgbClr val="EC7C3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13360">
              <a:lnSpc>
                <a:spcPct val="100000"/>
              </a:lnSpc>
              <a:spcBef>
                <a:spcPts val="265"/>
              </a:spcBef>
            </a:pPr>
            <a:r>
              <a:rPr dirty="0" sz="4000" spc="-50" b="1">
                <a:solidFill>
                  <a:srgbClr val="FFFFFF"/>
                </a:solidFill>
                <a:latin typeface="Impact"/>
                <a:cs typeface="Impact"/>
              </a:rPr>
              <a:t>2</a:t>
            </a:r>
            <a:endParaRPr sz="4000">
              <a:latin typeface="Impact"/>
              <a:cs typeface="Impac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0" y="0"/>
            <a:ext cx="12190730" cy="3155950"/>
            <a:chOff x="1270" y="0"/>
            <a:chExt cx="12190730" cy="31559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" y="0"/>
              <a:ext cx="12190728" cy="315595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27460" y="2614124"/>
              <a:ext cx="2874645" cy="510540"/>
            </a:xfrm>
            <a:custGeom>
              <a:avLst/>
              <a:gdLst/>
              <a:ahLst/>
              <a:cxnLst/>
              <a:rect l="l" t="t" r="r" b="b"/>
              <a:pathLst>
                <a:path w="2874645" h="510539">
                  <a:moveTo>
                    <a:pt x="2874645" y="0"/>
                  </a:moveTo>
                  <a:lnTo>
                    <a:pt x="389242" y="0"/>
                  </a:lnTo>
                  <a:lnTo>
                    <a:pt x="0" y="510260"/>
                  </a:lnTo>
                  <a:lnTo>
                    <a:pt x="2485402" y="510260"/>
                  </a:lnTo>
                  <a:lnTo>
                    <a:pt x="2874645" y="0"/>
                  </a:lnTo>
                  <a:close/>
                </a:path>
              </a:pathLst>
            </a:custGeom>
            <a:solidFill>
              <a:srgbClr val="8B0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27460" y="2614124"/>
              <a:ext cx="2874645" cy="510540"/>
            </a:xfrm>
            <a:custGeom>
              <a:avLst/>
              <a:gdLst/>
              <a:ahLst/>
              <a:cxnLst/>
              <a:rect l="l" t="t" r="r" b="b"/>
              <a:pathLst>
                <a:path w="2874645" h="510539">
                  <a:moveTo>
                    <a:pt x="0" y="510260"/>
                  </a:moveTo>
                  <a:lnTo>
                    <a:pt x="389242" y="0"/>
                  </a:lnTo>
                  <a:lnTo>
                    <a:pt x="2874645" y="0"/>
                  </a:lnTo>
                  <a:lnTo>
                    <a:pt x="2485402" y="510260"/>
                  </a:lnTo>
                  <a:lnTo>
                    <a:pt x="0" y="510260"/>
                  </a:lnTo>
                  <a:close/>
                </a:path>
              </a:pathLst>
            </a:custGeom>
            <a:ln w="19050">
              <a:solidFill>
                <a:srgbClr val="8B070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9341" y="2260257"/>
            <a:ext cx="2589530" cy="880744"/>
          </a:xfrm>
          <a:prstGeom prst="rect"/>
          <a:solidFill>
            <a:srgbClr val="8B0706"/>
          </a:solidFill>
          <a:ln w="19050">
            <a:solidFill>
              <a:srgbClr val="8B0706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77825">
              <a:lnSpc>
                <a:spcPts val="6440"/>
              </a:lnSpc>
            </a:pPr>
            <a:r>
              <a:rPr dirty="0" spc="-30" i="0">
                <a:latin typeface="黑体"/>
                <a:cs typeface="黑体"/>
              </a:rPr>
              <a:t>目 录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40896" y="2910103"/>
            <a:ext cx="23114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0" b="1" i="1">
                <a:solidFill>
                  <a:srgbClr val="750808"/>
                </a:solidFill>
                <a:latin typeface="微软雅黑"/>
                <a:cs typeface="微软雅黑"/>
              </a:rPr>
              <a:t>实践一</a:t>
            </a:r>
            <a:endParaRPr sz="6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溯源乳业匠心，共研绿色未来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6269" y="188277"/>
            <a:ext cx="3269614" cy="119951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332" y="266998"/>
            <a:ext cx="3376929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750808"/>
                </a:solidFill>
              </a:rPr>
              <a:t>从</a:t>
            </a:r>
            <a:r>
              <a:rPr dirty="0" sz="3200" i="0">
                <a:solidFill>
                  <a:srgbClr val="750808"/>
                </a:solidFill>
                <a:latin typeface="微软雅黑"/>
                <a:cs typeface="微软雅黑"/>
              </a:rPr>
              <a:t>0</a:t>
            </a:r>
            <a:r>
              <a:rPr dirty="0" sz="3200">
                <a:solidFill>
                  <a:srgbClr val="750808"/>
                </a:solidFill>
              </a:rPr>
              <a:t>到</a:t>
            </a:r>
            <a:r>
              <a:rPr dirty="0" sz="3200" i="0">
                <a:solidFill>
                  <a:srgbClr val="750808"/>
                </a:solidFill>
                <a:latin typeface="微软雅黑"/>
                <a:cs typeface="微软雅黑"/>
              </a:rPr>
              <a:t>1</a:t>
            </a:r>
            <a:r>
              <a:rPr dirty="0" sz="3200" spc="-10">
                <a:solidFill>
                  <a:srgbClr val="750808"/>
                </a:solidFill>
              </a:rPr>
              <a:t>的组织规划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73109" y="1146526"/>
            <a:ext cx="724535" cy="723900"/>
          </a:xfrm>
          <a:custGeom>
            <a:avLst/>
            <a:gdLst/>
            <a:ahLst/>
            <a:cxnLst/>
            <a:rect l="l" t="t" r="r" b="b"/>
            <a:pathLst>
              <a:path w="724535" h="723900">
                <a:moveTo>
                  <a:pt x="362000" y="0"/>
                </a:moveTo>
                <a:lnTo>
                  <a:pt x="312880" y="3304"/>
                </a:lnTo>
                <a:lnTo>
                  <a:pt x="265768" y="12929"/>
                </a:lnTo>
                <a:lnTo>
                  <a:pt x="221095" y="28444"/>
                </a:lnTo>
                <a:lnTo>
                  <a:pt x="179293" y="49417"/>
                </a:lnTo>
                <a:lnTo>
                  <a:pt x="140794" y="75417"/>
                </a:lnTo>
                <a:lnTo>
                  <a:pt x="106029" y="106013"/>
                </a:lnTo>
                <a:lnTo>
                  <a:pt x="75428" y="140773"/>
                </a:lnTo>
                <a:lnTo>
                  <a:pt x="49424" y="179267"/>
                </a:lnTo>
                <a:lnTo>
                  <a:pt x="28448" y="221063"/>
                </a:lnTo>
                <a:lnTo>
                  <a:pt x="12931" y="265729"/>
                </a:lnTo>
                <a:lnTo>
                  <a:pt x="3304" y="312835"/>
                </a:lnTo>
                <a:lnTo>
                  <a:pt x="0" y="361950"/>
                </a:lnTo>
                <a:lnTo>
                  <a:pt x="3304" y="411064"/>
                </a:lnTo>
                <a:lnTo>
                  <a:pt x="12931" y="458170"/>
                </a:lnTo>
                <a:lnTo>
                  <a:pt x="28448" y="502836"/>
                </a:lnTo>
                <a:lnTo>
                  <a:pt x="49424" y="544632"/>
                </a:lnTo>
                <a:lnTo>
                  <a:pt x="75428" y="583126"/>
                </a:lnTo>
                <a:lnTo>
                  <a:pt x="106029" y="617886"/>
                </a:lnTo>
                <a:lnTo>
                  <a:pt x="140794" y="648482"/>
                </a:lnTo>
                <a:lnTo>
                  <a:pt x="179293" y="674482"/>
                </a:lnTo>
                <a:lnTo>
                  <a:pt x="221095" y="695455"/>
                </a:lnTo>
                <a:lnTo>
                  <a:pt x="265768" y="710970"/>
                </a:lnTo>
                <a:lnTo>
                  <a:pt x="312880" y="720595"/>
                </a:lnTo>
                <a:lnTo>
                  <a:pt x="362000" y="723900"/>
                </a:lnTo>
                <a:lnTo>
                  <a:pt x="411121" y="720595"/>
                </a:lnTo>
                <a:lnTo>
                  <a:pt x="458232" y="710970"/>
                </a:lnTo>
                <a:lnTo>
                  <a:pt x="502904" y="695455"/>
                </a:lnTo>
                <a:lnTo>
                  <a:pt x="544704" y="674482"/>
                </a:lnTo>
                <a:lnTo>
                  <a:pt x="583202" y="648482"/>
                </a:lnTo>
                <a:lnTo>
                  <a:pt x="617966" y="617886"/>
                </a:lnTo>
                <a:lnTo>
                  <a:pt x="648565" y="583126"/>
                </a:lnTo>
                <a:lnTo>
                  <a:pt x="674567" y="544632"/>
                </a:lnTo>
                <a:lnTo>
                  <a:pt x="695542" y="502836"/>
                </a:lnTo>
                <a:lnTo>
                  <a:pt x="711058" y="458170"/>
                </a:lnTo>
                <a:lnTo>
                  <a:pt x="720684" y="411064"/>
                </a:lnTo>
                <a:lnTo>
                  <a:pt x="723988" y="361950"/>
                </a:lnTo>
                <a:lnTo>
                  <a:pt x="720684" y="312835"/>
                </a:lnTo>
                <a:lnTo>
                  <a:pt x="711058" y="265729"/>
                </a:lnTo>
                <a:lnTo>
                  <a:pt x="695542" y="221063"/>
                </a:lnTo>
                <a:lnTo>
                  <a:pt x="674567" y="179267"/>
                </a:lnTo>
                <a:lnTo>
                  <a:pt x="648565" y="140773"/>
                </a:lnTo>
                <a:lnTo>
                  <a:pt x="617966" y="106013"/>
                </a:lnTo>
                <a:lnTo>
                  <a:pt x="583202" y="75417"/>
                </a:lnTo>
                <a:lnTo>
                  <a:pt x="544704" y="49417"/>
                </a:lnTo>
                <a:lnTo>
                  <a:pt x="502904" y="28444"/>
                </a:lnTo>
                <a:lnTo>
                  <a:pt x="458232" y="12929"/>
                </a:lnTo>
                <a:lnTo>
                  <a:pt x="411121" y="3304"/>
                </a:lnTo>
                <a:lnTo>
                  <a:pt x="362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947762" y="1133612"/>
            <a:ext cx="719455" cy="723900"/>
          </a:xfrm>
          <a:custGeom>
            <a:avLst/>
            <a:gdLst/>
            <a:ahLst/>
            <a:cxnLst/>
            <a:rect l="l" t="t" r="r" b="b"/>
            <a:pathLst>
              <a:path w="719454" h="723900">
                <a:moveTo>
                  <a:pt x="359613" y="0"/>
                </a:moveTo>
                <a:lnTo>
                  <a:pt x="310817" y="3304"/>
                </a:lnTo>
                <a:lnTo>
                  <a:pt x="264015" y="12929"/>
                </a:lnTo>
                <a:lnTo>
                  <a:pt x="219638" y="28444"/>
                </a:lnTo>
                <a:lnTo>
                  <a:pt x="178112" y="49417"/>
                </a:lnTo>
                <a:lnTo>
                  <a:pt x="139866" y="75417"/>
                </a:lnTo>
                <a:lnTo>
                  <a:pt x="105330" y="106013"/>
                </a:lnTo>
                <a:lnTo>
                  <a:pt x="74931" y="140773"/>
                </a:lnTo>
                <a:lnTo>
                  <a:pt x="49099" y="179267"/>
                </a:lnTo>
                <a:lnTo>
                  <a:pt x="28261" y="221063"/>
                </a:lnTo>
                <a:lnTo>
                  <a:pt x="12846" y="265729"/>
                </a:lnTo>
                <a:lnTo>
                  <a:pt x="3282" y="312835"/>
                </a:lnTo>
                <a:lnTo>
                  <a:pt x="0" y="361950"/>
                </a:lnTo>
                <a:lnTo>
                  <a:pt x="3282" y="411064"/>
                </a:lnTo>
                <a:lnTo>
                  <a:pt x="12846" y="458170"/>
                </a:lnTo>
                <a:lnTo>
                  <a:pt x="28261" y="502836"/>
                </a:lnTo>
                <a:lnTo>
                  <a:pt x="49099" y="544632"/>
                </a:lnTo>
                <a:lnTo>
                  <a:pt x="74931" y="583126"/>
                </a:lnTo>
                <a:lnTo>
                  <a:pt x="105330" y="617886"/>
                </a:lnTo>
                <a:lnTo>
                  <a:pt x="139866" y="648482"/>
                </a:lnTo>
                <a:lnTo>
                  <a:pt x="178112" y="674482"/>
                </a:lnTo>
                <a:lnTo>
                  <a:pt x="219638" y="695455"/>
                </a:lnTo>
                <a:lnTo>
                  <a:pt x="264015" y="710970"/>
                </a:lnTo>
                <a:lnTo>
                  <a:pt x="310817" y="720595"/>
                </a:lnTo>
                <a:lnTo>
                  <a:pt x="359613" y="723900"/>
                </a:lnTo>
                <a:lnTo>
                  <a:pt x="408411" y="720595"/>
                </a:lnTo>
                <a:lnTo>
                  <a:pt x="455214" y="710970"/>
                </a:lnTo>
                <a:lnTo>
                  <a:pt x="499593" y="695455"/>
                </a:lnTo>
                <a:lnTo>
                  <a:pt x="541119" y="674482"/>
                </a:lnTo>
                <a:lnTo>
                  <a:pt x="579364" y="648482"/>
                </a:lnTo>
                <a:lnTo>
                  <a:pt x="613900" y="617886"/>
                </a:lnTo>
                <a:lnTo>
                  <a:pt x="644298" y="583126"/>
                </a:lnTo>
                <a:lnTo>
                  <a:pt x="670130" y="544632"/>
                </a:lnTo>
                <a:lnTo>
                  <a:pt x="690967" y="502836"/>
                </a:lnTo>
                <a:lnTo>
                  <a:pt x="706381" y="458170"/>
                </a:lnTo>
                <a:lnTo>
                  <a:pt x="715943" y="411064"/>
                </a:lnTo>
                <a:lnTo>
                  <a:pt x="719226" y="361950"/>
                </a:lnTo>
                <a:lnTo>
                  <a:pt x="715943" y="312835"/>
                </a:lnTo>
                <a:lnTo>
                  <a:pt x="706381" y="265729"/>
                </a:lnTo>
                <a:lnTo>
                  <a:pt x="690967" y="221063"/>
                </a:lnTo>
                <a:lnTo>
                  <a:pt x="670130" y="179267"/>
                </a:lnTo>
                <a:lnTo>
                  <a:pt x="644298" y="140773"/>
                </a:lnTo>
                <a:lnTo>
                  <a:pt x="613900" y="106013"/>
                </a:lnTo>
                <a:lnTo>
                  <a:pt x="579364" y="75417"/>
                </a:lnTo>
                <a:lnTo>
                  <a:pt x="541119" y="49417"/>
                </a:lnTo>
                <a:lnTo>
                  <a:pt x="499593" y="28444"/>
                </a:lnTo>
                <a:lnTo>
                  <a:pt x="455214" y="12929"/>
                </a:lnTo>
                <a:lnTo>
                  <a:pt x="408411" y="3304"/>
                </a:lnTo>
                <a:lnTo>
                  <a:pt x="359613" y="0"/>
                </a:lnTo>
                <a:close/>
              </a:path>
            </a:pathLst>
          </a:custGeom>
          <a:solidFill>
            <a:srgbClr val="C52A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02485" y="4144053"/>
            <a:ext cx="5452745" cy="2205355"/>
            <a:chOff x="402485" y="4144053"/>
            <a:chExt cx="5452745" cy="2205355"/>
          </a:xfrm>
        </p:grpSpPr>
        <p:sp>
          <p:nvSpPr>
            <p:cNvPr id="6" name="object 6" descr=""/>
            <p:cNvSpPr/>
            <p:nvPr/>
          </p:nvSpPr>
          <p:spPr>
            <a:xfrm>
              <a:off x="402485" y="4144053"/>
              <a:ext cx="724535" cy="723900"/>
            </a:xfrm>
            <a:custGeom>
              <a:avLst/>
              <a:gdLst/>
              <a:ahLst/>
              <a:cxnLst/>
              <a:rect l="l" t="t" r="r" b="b"/>
              <a:pathLst>
                <a:path w="724535" h="723900">
                  <a:moveTo>
                    <a:pt x="362000" y="0"/>
                  </a:moveTo>
                  <a:lnTo>
                    <a:pt x="312880" y="3304"/>
                  </a:lnTo>
                  <a:lnTo>
                    <a:pt x="265768" y="12929"/>
                  </a:lnTo>
                  <a:lnTo>
                    <a:pt x="221095" y="28444"/>
                  </a:lnTo>
                  <a:lnTo>
                    <a:pt x="179293" y="49417"/>
                  </a:lnTo>
                  <a:lnTo>
                    <a:pt x="140794" y="75417"/>
                  </a:lnTo>
                  <a:lnTo>
                    <a:pt x="106029" y="106013"/>
                  </a:lnTo>
                  <a:lnTo>
                    <a:pt x="75428" y="140773"/>
                  </a:lnTo>
                  <a:lnTo>
                    <a:pt x="49424" y="179267"/>
                  </a:lnTo>
                  <a:lnTo>
                    <a:pt x="28448" y="221063"/>
                  </a:lnTo>
                  <a:lnTo>
                    <a:pt x="12931" y="265729"/>
                  </a:lnTo>
                  <a:lnTo>
                    <a:pt x="3304" y="312835"/>
                  </a:lnTo>
                  <a:lnTo>
                    <a:pt x="0" y="361950"/>
                  </a:lnTo>
                  <a:lnTo>
                    <a:pt x="3304" y="411064"/>
                  </a:lnTo>
                  <a:lnTo>
                    <a:pt x="12931" y="458170"/>
                  </a:lnTo>
                  <a:lnTo>
                    <a:pt x="28448" y="502836"/>
                  </a:lnTo>
                  <a:lnTo>
                    <a:pt x="49424" y="544632"/>
                  </a:lnTo>
                  <a:lnTo>
                    <a:pt x="75428" y="583126"/>
                  </a:lnTo>
                  <a:lnTo>
                    <a:pt x="106029" y="617886"/>
                  </a:lnTo>
                  <a:lnTo>
                    <a:pt x="140794" y="648482"/>
                  </a:lnTo>
                  <a:lnTo>
                    <a:pt x="179293" y="674482"/>
                  </a:lnTo>
                  <a:lnTo>
                    <a:pt x="221095" y="695455"/>
                  </a:lnTo>
                  <a:lnTo>
                    <a:pt x="265768" y="710970"/>
                  </a:lnTo>
                  <a:lnTo>
                    <a:pt x="312880" y="720595"/>
                  </a:lnTo>
                  <a:lnTo>
                    <a:pt x="362000" y="723900"/>
                  </a:lnTo>
                  <a:lnTo>
                    <a:pt x="411121" y="720595"/>
                  </a:lnTo>
                  <a:lnTo>
                    <a:pt x="458232" y="710970"/>
                  </a:lnTo>
                  <a:lnTo>
                    <a:pt x="502904" y="695455"/>
                  </a:lnTo>
                  <a:lnTo>
                    <a:pt x="544704" y="674482"/>
                  </a:lnTo>
                  <a:lnTo>
                    <a:pt x="583202" y="648482"/>
                  </a:lnTo>
                  <a:lnTo>
                    <a:pt x="617966" y="617886"/>
                  </a:lnTo>
                  <a:lnTo>
                    <a:pt x="648565" y="583126"/>
                  </a:lnTo>
                  <a:lnTo>
                    <a:pt x="674567" y="544632"/>
                  </a:lnTo>
                  <a:lnTo>
                    <a:pt x="695542" y="502836"/>
                  </a:lnTo>
                  <a:lnTo>
                    <a:pt x="711058" y="458170"/>
                  </a:lnTo>
                  <a:lnTo>
                    <a:pt x="720684" y="411064"/>
                  </a:lnTo>
                  <a:lnTo>
                    <a:pt x="723988" y="361950"/>
                  </a:lnTo>
                  <a:lnTo>
                    <a:pt x="720684" y="312835"/>
                  </a:lnTo>
                  <a:lnTo>
                    <a:pt x="711058" y="265729"/>
                  </a:lnTo>
                  <a:lnTo>
                    <a:pt x="695542" y="221063"/>
                  </a:lnTo>
                  <a:lnTo>
                    <a:pt x="674567" y="179267"/>
                  </a:lnTo>
                  <a:lnTo>
                    <a:pt x="648565" y="140773"/>
                  </a:lnTo>
                  <a:lnTo>
                    <a:pt x="617966" y="106013"/>
                  </a:lnTo>
                  <a:lnTo>
                    <a:pt x="583202" y="75417"/>
                  </a:lnTo>
                  <a:lnTo>
                    <a:pt x="544704" y="49417"/>
                  </a:lnTo>
                  <a:lnTo>
                    <a:pt x="502904" y="28444"/>
                  </a:lnTo>
                  <a:lnTo>
                    <a:pt x="458232" y="12929"/>
                  </a:lnTo>
                  <a:lnTo>
                    <a:pt x="411121" y="3304"/>
                  </a:lnTo>
                  <a:lnTo>
                    <a:pt x="362000" y="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965" y="4454664"/>
              <a:ext cx="2495726" cy="189439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8704" y="4454664"/>
              <a:ext cx="2196464" cy="1861679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6030751" y="4135787"/>
            <a:ext cx="719455" cy="723900"/>
          </a:xfrm>
          <a:custGeom>
            <a:avLst/>
            <a:gdLst/>
            <a:ahLst/>
            <a:cxnLst/>
            <a:rect l="l" t="t" r="r" b="b"/>
            <a:pathLst>
              <a:path w="719454" h="723900">
                <a:moveTo>
                  <a:pt x="359613" y="0"/>
                </a:moveTo>
                <a:lnTo>
                  <a:pt x="310817" y="3304"/>
                </a:lnTo>
                <a:lnTo>
                  <a:pt x="264015" y="12929"/>
                </a:lnTo>
                <a:lnTo>
                  <a:pt x="219638" y="28444"/>
                </a:lnTo>
                <a:lnTo>
                  <a:pt x="178112" y="49417"/>
                </a:lnTo>
                <a:lnTo>
                  <a:pt x="139866" y="75417"/>
                </a:lnTo>
                <a:lnTo>
                  <a:pt x="105330" y="106013"/>
                </a:lnTo>
                <a:lnTo>
                  <a:pt x="74931" y="140773"/>
                </a:lnTo>
                <a:lnTo>
                  <a:pt x="49099" y="179267"/>
                </a:lnTo>
                <a:lnTo>
                  <a:pt x="28261" y="221063"/>
                </a:lnTo>
                <a:lnTo>
                  <a:pt x="12846" y="265729"/>
                </a:lnTo>
                <a:lnTo>
                  <a:pt x="3282" y="312835"/>
                </a:lnTo>
                <a:lnTo>
                  <a:pt x="0" y="361950"/>
                </a:lnTo>
                <a:lnTo>
                  <a:pt x="3282" y="411064"/>
                </a:lnTo>
                <a:lnTo>
                  <a:pt x="12846" y="458170"/>
                </a:lnTo>
                <a:lnTo>
                  <a:pt x="28261" y="502836"/>
                </a:lnTo>
                <a:lnTo>
                  <a:pt x="49099" y="544632"/>
                </a:lnTo>
                <a:lnTo>
                  <a:pt x="74931" y="583126"/>
                </a:lnTo>
                <a:lnTo>
                  <a:pt x="105330" y="617886"/>
                </a:lnTo>
                <a:lnTo>
                  <a:pt x="139866" y="648482"/>
                </a:lnTo>
                <a:lnTo>
                  <a:pt x="178112" y="674482"/>
                </a:lnTo>
                <a:lnTo>
                  <a:pt x="219638" y="695455"/>
                </a:lnTo>
                <a:lnTo>
                  <a:pt x="264015" y="710970"/>
                </a:lnTo>
                <a:lnTo>
                  <a:pt x="310817" y="720595"/>
                </a:lnTo>
                <a:lnTo>
                  <a:pt x="359613" y="723900"/>
                </a:lnTo>
                <a:lnTo>
                  <a:pt x="408411" y="720595"/>
                </a:lnTo>
                <a:lnTo>
                  <a:pt x="455214" y="710970"/>
                </a:lnTo>
                <a:lnTo>
                  <a:pt x="499593" y="695455"/>
                </a:lnTo>
                <a:lnTo>
                  <a:pt x="541119" y="674482"/>
                </a:lnTo>
                <a:lnTo>
                  <a:pt x="579364" y="648482"/>
                </a:lnTo>
                <a:lnTo>
                  <a:pt x="613900" y="617886"/>
                </a:lnTo>
                <a:lnTo>
                  <a:pt x="644298" y="583126"/>
                </a:lnTo>
                <a:lnTo>
                  <a:pt x="670130" y="544632"/>
                </a:lnTo>
                <a:lnTo>
                  <a:pt x="690967" y="502836"/>
                </a:lnTo>
                <a:lnTo>
                  <a:pt x="706381" y="458170"/>
                </a:lnTo>
                <a:lnTo>
                  <a:pt x="715943" y="411064"/>
                </a:lnTo>
                <a:lnTo>
                  <a:pt x="719226" y="361950"/>
                </a:lnTo>
                <a:lnTo>
                  <a:pt x="715943" y="312835"/>
                </a:lnTo>
                <a:lnTo>
                  <a:pt x="706381" y="265729"/>
                </a:lnTo>
                <a:lnTo>
                  <a:pt x="690967" y="221063"/>
                </a:lnTo>
                <a:lnTo>
                  <a:pt x="670130" y="179267"/>
                </a:lnTo>
                <a:lnTo>
                  <a:pt x="644298" y="140773"/>
                </a:lnTo>
                <a:lnTo>
                  <a:pt x="613900" y="106013"/>
                </a:lnTo>
                <a:lnTo>
                  <a:pt x="579364" y="75417"/>
                </a:lnTo>
                <a:lnTo>
                  <a:pt x="541119" y="49417"/>
                </a:lnTo>
                <a:lnTo>
                  <a:pt x="499593" y="28444"/>
                </a:lnTo>
                <a:lnTo>
                  <a:pt x="455214" y="12929"/>
                </a:lnTo>
                <a:lnTo>
                  <a:pt x="408411" y="3304"/>
                </a:lnTo>
                <a:lnTo>
                  <a:pt x="359613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96450" y="1205453"/>
            <a:ext cx="32689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 i="1">
                <a:solidFill>
                  <a:srgbClr val="750808"/>
                </a:solidFill>
                <a:latin typeface="微软雅黑"/>
                <a:cs typeface="微软雅黑"/>
              </a:rPr>
              <a:t>组建名为“乳液匠心实践团”的团队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25768" y="4116718"/>
            <a:ext cx="164718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 i="1">
                <a:solidFill>
                  <a:srgbClr val="750808"/>
                </a:solidFill>
                <a:latin typeface="微软雅黑"/>
                <a:cs typeface="微软雅黑"/>
              </a:rPr>
              <a:t>从观察到深度思考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93109" y="1192481"/>
            <a:ext cx="2052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 i="1">
                <a:solidFill>
                  <a:srgbClr val="750808"/>
                </a:solidFill>
                <a:latin typeface="微软雅黑"/>
                <a:cs typeface="微软雅黑"/>
              </a:rPr>
              <a:t>团队的摄影师和剪辑师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976009" y="4187661"/>
            <a:ext cx="18497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 i="1">
                <a:solidFill>
                  <a:srgbClr val="750808"/>
                </a:solidFill>
                <a:latin typeface="微软雅黑"/>
                <a:cs typeface="微软雅黑"/>
              </a:rPr>
              <a:t>项目设计与文本撰写</a:t>
            </a:r>
            <a:endParaRPr sz="1600">
              <a:latin typeface="微软雅黑"/>
              <a:cs typeface="微软雅黑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7820" y="233680"/>
            <a:ext cx="2491739" cy="9143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7089" y="1663293"/>
            <a:ext cx="3758476" cy="21130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15759" y="1495564"/>
            <a:ext cx="1856422" cy="2476195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5925" y="1325160"/>
            <a:ext cx="1937196" cy="277428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60095" y="4520819"/>
            <a:ext cx="4001401" cy="2103119"/>
          </a:xfrm>
          <a:prstGeom prst="rect">
            <a:avLst/>
          </a:prstGeom>
        </p:spPr>
      </p:pic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40896" y="2910103"/>
            <a:ext cx="23114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0" b="1" i="1">
                <a:solidFill>
                  <a:srgbClr val="750808"/>
                </a:solidFill>
                <a:latin typeface="微软雅黑"/>
                <a:cs typeface="微软雅黑"/>
              </a:rPr>
              <a:t>实践二</a:t>
            </a:r>
            <a:endParaRPr sz="6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学习走访并重，实践点亮未来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6269" y="188277"/>
            <a:ext cx="3269614" cy="119951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332" y="266998"/>
            <a:ext cx="3688079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solidFill>
                  <a:srgbClr val="750808"/>
                </a:solidFill>
              </a:rPr>
              <a:t>理论学习与实践能力</a:t>
            </a:r>
            <a:endParaRPr sz="3200"/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254251"/>
            <a:ext cx="3691254" cy="5206365"/>
            <a:chOff x="0" y="1254251"/>
            <a:chExt cx="3691254" cy="52063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4251"/>
              <a:ext cx="3691115" cy="520598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529321"/>
              <a:ext cx="3424212" cy="430530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493207" y="3287463"/>
            <a:ext cx="1549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 marR="5080" indent="-152400">
              <a:lnSpc>
                <a:spcPct val="100000"/>
              </a:lnSpc>
              <a:spcBef>
                <a:spcPts val="100"/>
              </a:spcBef>
            </a:pPr>
            <a:r>
              <a:rPr dirty="0" sz="2400" spc="-10" b="1" i="1">
                <a:solidFill>
                  <a:srgbClr val="252525"/>
                </a:solidFill>
                <a:latin typeface="微软雅黑"/>
                <a:cs typeface="微软雅黑"/>
              </a:rPr>
              <a:t>体系化学习</a:t>
            </a:r>
            <a:r>
              <a:rPr dirty="0" sz="2400" spc="-15" b="1" i="1">
                <a:solidFill>
                  <a:srgbClr val="252525"/>
                </a:solidFill>
                <a:latin typeface="微软雅黑"/>
                <a:cs typeface="微软雅黑"/>
              </a:rPr>
              <a:t>实践过程</a:t>
            </a:r>
            <a:endParaRPr sz="2400">
              <a:latin typeface="微软雅黑"/>
              <a:cs typeface="微软雅黑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866900" y="1338084"/>
            <a:ext cx="1584960" cy="1584960"/>
            <a:chOff x="1866900" y="1338084"/>
            <a:chExt cx="1584960" cy="158496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6900" y="1338084"/>
              <a:ext cx="1584959" cy="158494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1318" y="1523631"/>
              <a:ext cx="945375" cy="945375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2683041" y="1780922"/>
            <a:ext cx="220979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50" b="1">
                <a:solidFill>
                  <a:srgbClr val="404040"/>
                </a:solidFill>
                <a:latin typeface="微软雅黑"/>
                <a:cs typeface="微软雅黑"/>
              </a:rPr>
              <a:t>1</a:t>
            </a:r>
            <a:endParaRPr sz="2500">
              <a:latin typeface="微软雅黑"/>
              <a:cs typeface="微软雅黑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642616" y="3107448"/>
            <a:ext cx="1584960" cy="1584960"/>
            <a:chOff x="2642616" y="3107448"/>
            <a:chExt cx="1584960" cy="1584960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2616" y="3107448"/>
              <a:ext cx="1584959" cy="158494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6971" y="3292894"/>
              <a:ext cx="945375" cy="9453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3458695" y="3550186"/>
            <a:ext cx="220979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50" b="1">
                <a:solidFill>
                  <a:srgbClr val="404040"/>
                </a:solidFill>
                <a:latin typeface="微软雅黑"/>
                <a:cs typeface="微软雅黑"/>
              </a:rPr>
              <a:t>2</a:t>
            </a:r>
            <a:endParaRPr sz="2500">
              <a:latin typeface="微软雅黑"/>
              <a:cs typeface="微软雅黑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929383" y="4750307"/>
            <a:ext cx="1586865" cy="1586865"/>
            <a:chOff x="1929383" y="4750307"/>
            <a:chExt cx="1586865" cy="1586865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29383" y="4750307"/>
              <a:ext cx="1586483" cy="158648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84691" y="4936299"/>
              <a:ext cx="945375" cy="94537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2746420" y="5193595"/>
            <a:ext cx="220979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50" b="1">
                <a:solidFill>
                  <a:srgbClr val="404040"/>
                </a:solidFill>
                <a:latin typeface="微软雅黑"/>
                <a:cs typeface="微软雅黑"/>
              </a:rPr>
              <a:t>3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307557" y="1693913"/>
            <a:ext cx="3073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252525"/>
                </a:solidFill>
                <a:latin typeface="微软雅黑"/>
                <a:cs typeface="微软雅黑"/>
              </a:rPr>
              <a:t>学习相机选型理论知识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118020" y="3421824"/>
            <a:ext cx="2463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 i="1">
                <a:solidFill>
                  <a:srgbClr val="252525"/>
                </a:solidFill>
                <a:latin typeface="微软雅黑"/>
                <a:cs typeface="微软雅黑"/>
              </a:rPr>
              <a:t>独立完成打光操作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411494" y="5129314"/>
            <a:ext cx="459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252525"/>
                </a:solidFill>
                <a:latin typeface="微软雅黑"/>
                <a:cs typeface="微软雅黑"/>
              </a:rPr>
              <a:t>团队合作完成缺陷检测和尺寸测量</a:t>
            </a:r>
            <a:endParaRPr sz="2400">
              <a:latin typeface="微软雅黑"/>
              <a:cs typeface="微软雅黑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307830" y="93675"/>
            <a:ext cx="2088514" cy="766432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7798579" y="905106"/>
            <a:ext cx="3153410" cy="4031615"/>
            <a:chOff x="7798579" y="905106"/>
            <a:chExt cx="3153410" cy="4031615"/>
          </a:xfrm>
        </p:grpSpPr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98579" y="2834360"/>
              <a:ext cx="3152910" cy="210193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37144" y="905106"/>
              <a:ext cx="2846984" cy="1897986"/>
            </a:xfrm>
            <a:prstGeom prst="rect">
              <a:avLst/>
            </a:prstGeom>
          </p:spPr>
        </p:pic>
      </p:grpSp>
      <p:pic>
        <p:nvPicPr>
          <p:cNvPr id="26" name="object 2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74452" y="4998812"/>
            <a:ext cx="2601167" cy="1734104"/>
          </a:xfrm>
          <a:prstGeom prst="rect">
            <a:avLst/>
          </a:prstGeom>
        </p:spPr>
      </p:pic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05"/>
              </a:lnSpc>
            </a:pPr>
            <a:r>
              <a:rPr dirty="0" spc="-10"/>
              <a:t>允公允能 日新月异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332" y="266998"/>
            <a:ext cx="4094479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solidFill>
                  <a:srgbClr val="750808"/>
                </a:solidFill>
              </a:rPr>
              <a:t>成果导向的卓越行动力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10689166" y="6444790"/>
            <a:ext cx="10814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D2D2D2"/>
                </a:solidFill>
                <a:latin typeface="Calibri"/>
                <a:cs typeface="Calibri"/>
              </a:rPr>
              <a:t>JUNE</a:t>
            </a:r>
            <a:r>
              <a:rPr dirty="0" sz="2000" spc="-20" b="1">
                <a:solidFill>
                  <a:srgbClr val="D2D2D2"/>
                </a:solidFill>
                <a:latin typeface="Calibri"/>
                <a:cs typeface="Calibri"/>
              </a:rPr>
              <a:t> 18</a:t>
            </a:r>
            <a:r>
              <a:rPr dirty="0" baseline="25641" sz="1950" spc="-30" b="1">
                <a:solidFill>
                  <a:srgbClr val="D2D2D2"/>
                </a:solidFill>
                <a:latin typeface="Calibri"/>
                <a:cs typeface="Calibri"/>
              </a:rPr>
              <a:t>th</a:t>
            </a:r>
            <a:endParaRPr baseline="25641" sz="19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5755" y="104140"/>
            <a:ext cx="2417443" cy="88709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98120" y="6309740"/>
            <a:ext cx="25387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8B1414"/>
                </a:solidFill>
                <a:latin typeface="华文行楷"/>
                <a:cs typeface="华文行楷"/>
              </a:rPr>
              <a:t>允公允能 日新月异</a:t>
            </a:r>
            <a:endParaRPr sz="2400">
              <a:latin typeface="华文行楷"/>
              <a:cs typeface="华文行楷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1983" y="1747587"/>
            <a:ext cx="5540018" cy="369333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626" y="1747587"/>
            <a:ext cx="5001818" cy="37513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C1B1C">
              <a:alpha val="9019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51D1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17259" y="3060545"/>
            <a:ext cx="8424545" cy="12452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0" spc="254"/>
              <a:t>感谢各位老师聆听</a:t>
            </a:r>
            <a:endParaRPr sz="8000"/>
          </a:p>
        </p:txBody>
      </p:sp>
      <p:grpSp>
        <p:nvGrpSpPr>
          <p:cNvPr id="5" name="object 5" descr=""/>
          <p:cNvGrpSpPr/>
          <p:nvPr/>
        </p:nvGrpSpPr>
        <p:grpSpPr>
          <a:xfrm>
            <a:off x="1619185" y="1525905"/>
            <a:ext cx="8660130" cy="2989580"/>
            <a:chOff x="1619185" y="1525905"/>
            <a:chExt cx="8660130" cy="2989580"/>
          </a:xfrm>
        </p:grpSpPr>
        <p:sp>
          <p:nvSpPr>
            <p:cNvPr id="6" name="object 6" descr=""/>
            <p:cNvSpPr/>
            <p:nvPr/>
          </p:nvSpPr>
          <p:spPr>
            <a:xfrm>
              <a:off x="1619185" y="4500571"/>
              <a:ext cx="8660130" cy="0"/>
            </a:xfrm>
            <a:custGeom>
              <a:avLst/>
              <a:gdLst/>
              <a:ahLst/>
              <a:cxnLst/>
              <a:rect l="l" t="t" r="r" b="b"/>
              <a:pathLst>
                <a:path w="8660130" h="0">
                  <a:moveTo>
                    <a:pt x="0" y="0"/>
                  </a:moveTo>
                  <a:lnTo>
                    <a:pt x="8659685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9357" y="1525905"/>
              <a:ext cx="4227829" cy="1555114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697923" y="4726227"/>
            <a:ext cx="18395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1630" algn="l"/>
                <a:tab pos="695325" algn="l"/>
                <a:tab pos="1043940" algn="l"/>
                <a:tab pos="1403985" algn="l"/>
                <a:tab pos="1741805" algn="l"/>
              </a:tabLst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82971" y="4726227"/>
            <a:ext cx="8102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  <a:tab pos="696595" algn="l"/>
              </a:tabLst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39360" y="4726227"/>
            <a:ext cx="11791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345" algn="l"/>
                <a:tab pos="708660" algn="l"/>
                <a:tab pos="1065530" algn="l"/>
              </a:tabLst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166095" y="4726227"/>
            <a:ext cx="3034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660" algn="l"/>
                <a:tab pos="617220" algn="l"/>
                <a:tab pos="941705" algn="l"/>
                <a:tab pos="1272540" algn="l"/>
                <a:tab pos="1600200" algn="l"/>
                <a:tab pos="1960245" algn="l"/>
                <a:tab pos="2249805" algn="l"/>
                <a:tab pos="2609215" algn="l"/>
                <a:tab pos="2962910" algn="l"/>
              </a:tabLst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6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!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8120" y="6309740"/>
            <a:ext cx="25387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华文行楷"/>
                <a:cs typeface="华文行楷"/>
              </a:rPr>
              <a:t>允公允能 日新月异</a:t>
            </a:r>
            <a:endParaRPr sz="2400">
              <a:latin typeface="华文行楷"/>
              <a:cs typeface="华文行楷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dc:title>PowerPoint 演示文稿</dc:title>
  <dcterms:created xsi:type="dcterms:W3CDTF">2025-09-08T13:31:45Z</dcterms:created>
  <dcterms:modified xsi:type="dcterms:W3CDTF">2025-09-08T13:31:45Z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2025-09-08T00:00:00Z</vt:filetime>
  </property>
  <property fmtid="{D5CDD505-2E9C-101B-9397-08002B2CF9AE}" pid="3" name="Creator">
    <vt:lpwstr>Acrobat PDFMaker 25 PowerPoint 版</vt:lpwstr>
  </property>
  <property fmtid="{D5CDD505-2E9C-101B-9397-08002B2CF9AE}" pid="4" name="ICV">
    <vt:lpwstr>7B377D99AB9347C59280AAF57132B1FD_13</vt:lpwstr>
  </property>
  <property fmtid="{D5CDD505-2E9C-101B-9397-08002B2CF9AE}" pid="5" name="KSOProductBuildVer">
    <vt:lpwstr>2052-11.1.0.14309</vt:lpwstr>
  </property>
  <property fmtid="{D5CDD505-2E9C-101B-9397-08002B2CF9AE}" pid="6" name="LastSaved">
    <vt:filetime>2025-09-08T00:00:00Z</vt:filetime>
  </property>
  <property fmtid="{D5CDD505-2E9C-101B-9397-08002B2CF9AE}" pid="7" name="Producer">
    <vt:lpwstr>Adobe PDF Library 25.1.163</vt:lpwstr>
  </property>
</Properties>
</file>