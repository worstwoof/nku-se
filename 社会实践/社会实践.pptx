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1" r:id="rId2"/>
  </p:sldMasterIdLst>
  <p:notesMasterIdLst>
    <p:notesMasterId r:id="rId21"/>
  </p:notesMasterIdLst>
  <p:sldIdLst>
    <p:sldId id="16672194" r:id="rId3"/>
    <p:sldId id="260" r:id="rId4"/>
    <p:sldId id="16672209" r:id="rId5"/>
    <p:sldId id="16672210" r:id="rId6"/>
    <p:sldId id="16672211" r:id="rId7"/>
    <p:sldId id="16672151" r:id="rId8"/>
    <p:sldId id="16672208" r:id="rId9"/>
    <p:sldId id="16672175" r:id="rId10"/>
    <p:sldId id="16672156" r:id="rId11"/>
    <p:sldId id="753" r:id="rId12"/>
    <p:sldId id="16672177" r:id="rId13"/>
    <p:sldId id="16672164" r:id="rId14"/>
    <p:sldId id="16672168" r:id="rId15"/>
    <p:sldId id="692" r:id="rId16"/>
    <p:sldId id="262" r:id="rId17"/>
    <p:sldId id="263" r:id="rId18"/>
    <p:sldId id="264" r:id="rId19"/>
    <p:sldId id="16672190" r:id="rId20"/>
  </p:sldIdLst>
  <p:sldSz cx="12192000" cy="6858000"/>
  <p:notesSz cx="9144000" cy="6858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47" userDrawn="1">
          <p15:clr>
            <a:srgbClr val="A4A3A4"/>
          </p15:clr>
        </p15:guide>
        <p15:guide id="2" pos="379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C3E6"/>
    <a:srgbClr val="DEEBF7"/>
    <a:srgbClr val="1F74AD"/>
    <a:srgbClr val="004898"/>
    <a:srgbClr val="0E78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06" autoAdjust="0"/>
    <p:restoredTop sz="94660"/>
  </p:normalViewPr>
  <p:slideViewPr>
    <p:cSldViewPr snapToGrid="0" showGuides="1">
      <p:cViewPr varScale="1">
        <p:scale>
          <a:sx n="108" d="100"/>
          <a:sy n="108" d="100"/>
        </p:scale>
        <p:origin x="648" y="64"/>
      </p:cViewPr>
      <p:guideLst>
        <p:guide orient="horz" pos="4247"/>
        <p:guide pos="3795"/>
      </p:guideLst>
    </p:cSldViewPr>
  </p:slideViewPr>
  <p:notesTextViewPr>
    <p:cViewPr>
      <p:scale>
        <a:sx n="75" d="100"/>
        <a:sy n="75" d="100"/>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HYQiHei-60S" panose="00020600040101010101" pitchFamily="18" charset="-122"/>
                <a:ea typeface="汉仪雅酷黑-55W" panose="020B0504020202020204"/>
              </a:defRPr>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HYQiHei-60S" panose="00020600040101010101" pitchFamily="18" charset="-122"/>
                <a:ea typeface="汉仪雅酷黑-55W" panose="020B0504020202020204"/>
              </a:defRPr>
            </a:lvl1pPr>
          </a:lstStyle>
          <a:p>
            <a:fld id="{890D4378-6E09-41A9-904A-61610347B4AF}" type="datetimeFigureOut">
              <a:rPr lang="zh-CN" altLang="en-US" smtClean="0"/>
              <a:t>2025/6/9</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HYQiHei-60S" panose="00020600040101010101" pitchFamily="18" charset="-122"/>
                <a:ea typeface="汉仪雅酷黑-55W" panose="020B0504020202020204"/>
              </a:defRPr>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HYQiHei-60S" panose="00020600040101010101" pitchFamily="18" charset="-122"/>
                <a:ea typeface="汉仪雅酷黑-55W" panose="020B0504020202020204"/>
              </a:defRPr>
            </a:lvl1pPr>
          </a:lstStyle>
          <a:p>
            <a:fld id="{5BB8AF96-1F6B-49A4-8DEC-AC6DACF8E5A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YQiHei-60S" panose="00020600040101010101" pitchFamily="18" charset="-122"/>
        <a:ea typeface="汉仪雅酷黑-55W" panose="020B0504020202020204"/>
        <a:cs typeface="+mn-cs"/>
      </a:defRPr>
    </a:lvl1pPr>
    <a:lvl2pPr marL="457200" algn="l" defTabSz="914400" rtl="0" eaLnBrk="1" latinLnBrk="0" hangingPunct="1">
      <a:defRPr sz="1200" kern="1200">
        <a:solidFill>
          <a:schemeClr val="tx1"/>
        </a:solidFill>
        <a:latin typeface="HYQiHei-60S" panose="00020600040101010101" pitchFamily="18" charset="-122"/>
        <a:ea typeface="汉仪雅酷黑-55W" panose="020B0504020202020204"/>
        <a:cs typeface="+mn-cs"/>
      </a:defRPr>
    </a:lvl2pPr>
    <a:lvl3pPr marL="914400" algn="l" defTabSz="914400" rtl="0" eaLnBrk="1" latinLnBrk="0" hangingPunct="1">
      <a:defRPr sz="1200" kern="1200">
        <a:solidFill>
          <a:schemeClr val="tx1"/>
        </a:solidFill>
        <a:latin typeface="HYQiHei-60S" panose="00020600040101010101" pitchFamily="18" charset="-122"/>
        <a:ea typeface="汉仪雅酷黑-55W" panose="020B0504020202020204"/>
        <a:cs typeface="+mn-cs"/>
      </a:defRPr>
    </a:lvl3pPr>
    <a:lvl4pPr marL="1371600" algn="l" defTabSz="914400" rtl="0" eaLnBrk="1" latinLnBrk="0" hangingPunct="1">
      <a:defRPr sz="1200" kern="1200">
        <a:solidFill>
          <a:schemeClr val="tx1"/>
        </a:solidFill>
        <a:latin typeface="HYQiHei-60S" panose="00020600040101010101" pitchFamily="18" charset="-122"/>
        <a:ea typeface="汉仪雅酷黑-55W" panose="020B0504020202020204"/>
        <a:cs typeface="+mn-cs"/>
      </a:defRPr>
    </a:lvl4pPr>
    <a:lvl5pPr marL="1828800" algn="l" defTabSz="914400" rtl="0" eaLnBrk="1" latinLnBrk="0" hangingPunct="1">
      <a:defRPr sz="1200" kern="1200">
        <a:solidFill>
          <a:schemeClr val="tx1"/>
        </a:solidFill>
        <a:latin typeface="HYQiHei-60S" panose="00020600040101010101" pitchFamily="18" charset="-122"/>
        <a:ea typeface="汉仪雅酷黑-55W" panose="020B0504020202020204"/>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5BB8AF96-1F6B-49A4-8DEC-AC6DACF8E5A8}" type="slidenum">
              <a:rPr kumimoji="0" lang="zh-CN" altLang="en-US" sz="1200" b="0" i="0" u="none" strike="noStrike" kern="1200" cap="none" spc="0" normalizeH="0" baseline="0" noProof="0" smtClean="0">
                <a:ln>
                  <a:noFill/>
                </a:ln>
                <a:solidFill>
                  <a:prstClr val="black"/>
                </a:solidFill>
                <a:effectLst/>
                <a:uLnTx/>
                <a:uFillTx/>
                <a:latin typeface="HYQiHei-60S" panose="00020600040101010101" pitchFamily="18" charset="-122"/>
                <a:ea typeface="汉仪雅酷黑-55W" panose="020B0504020202020204"/>
                <a:cs typeface="+mn-cs"/>
              </a:rPr>
              <a:t>1</a:t>
            </a:fld>
            <a:endParaRPr kumimoji="0" lang="zh-CN" altLang="en-US" sz="1200" b="0" i="0" u="none" strike="noStrike" kern="1200" cap="none" spc="0" normalizeH="0" baseline="0" noProof="0">
              <a:ln>
                <a:noFill/>
              </a:ln>
              <a:solidFill>
                <a:prstClr val="black"/>
              </a:solidFill>
              <a:effectLst/>
              <a:uLnTx/>
              <a:uFillTx/>
              <a:latin typeface="HYQiHei-60S" panose="00020600040101010101" pitchFamily="18" charset="-122"/>
              <a:ea typeface="汉仪雅酷黑-55W" panose="020B050402020202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BB8AF96-1F6B-49A4-8DEC-AC6DACF8E5A8}" type="slidenum">
              <a:rPr lang="zh-CN" altLang="en-US" smtClean="0"/>
              <a:t>9</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702030404030204"/>
                <a:ea typeface="宋体"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Calibri" panose="020F07020304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8" name="页脚占位符 7"/>
          <p:cNvSpPr>
            <a:spLocks noGrp="1"/>
          </p:cNvSpPr>
          <p:nvPr>
            <p:ph type="ftr" sz="quarter" idx="11"/>
          </p:nvPr>
        </p:nvSpPr>
        <p:spPr/>
        <p:txBody>
          <a:bodyPr/>
          <a:lstStyle>
            <a:lvl1pPr>
              <a:defRPr/>
            </a:lvl1pPr>
          </a:lstStyle>
          <a:p>
            <a:endParaRPr kumimoji="1" lang="zh-CN" altLang="en-US"/>
          </a:p>
        </p:txBody>
      </p:sp>
      <p:sp>
        <p:nvSpPr>
          <p:cNvPr id="9" name="灯片编号占位符 8"/>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4" name="页脚占位符 3"/>
          <p:cNvSpPr>
            <a:spLocks noGrp="1"/>
          </p:cNvSpPr>
          <p:nvPr>
            <p:ph type="ftr" sz="quarter" idx="11"/>
          </p:nvPr>
        </p:nvSpPr>
        <p:spPr/>
        <p:txBody>
          <a:bodyPr/>
          <a:lstStyle>
            <a:lvl1pPr>
              <a:defRPr/>
            </a:lvl1pPr>
          </a:lstStyle>
          <a:p>
            <a:endParaRPr kumimoji="1" lang="zh-CN" altLang="en-US"/>
          </a:p>
        </p:txBody>
      </p:sp>
      <p:sp>
        <p:nvSpPr>
          <p:cNvPr id="5" name="灯片编号占位符 4"/>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3" name="页脚占位符 2"/>
          <p:cNvSpPr>
            <a:spLocks noGrp="1"/>
          </p:cNvSpPr>
          <p:nvPr>
            <p:ph type="ftr" sz="quarter" idx="11"/>
          </p:nvPr>
        </p:nvSpPr>
        <p:spPr/>
        <p:txBody>
          <a:bodyPr/>
          <a:lstStyle>
            <a:lvl1pPr>
              <a:defRPr/>
            </a:lvl1pPr>
          </a:lstStyle>
          <a:p>
            <a:endParaRPr kumimoji="1" lang="zh-CN" altLang="en-US"/>
          </a:p>
        </p:txBody>
      </p:sp>
      <p:sp>
        <p:nvSpPr>
          <p:cNvPr id="4" name="灯片编号占位符 3"/>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b="0">
                <a:solidFill>
                  <a:schemeClr val="tx1"/>
                </a:solidFill>
              </a:defRPr>
            </a:lvl1pPr>
          </a:lstStyle>
          <a:p>
            <a:r>
              <a:rPr kumimoji="1" lang="zh-CN" altLang="en-US"/>
              <a:t>点击编辑标题</a:t>
            </a:r>
          </a:p>
        </p:txBody>
      </p:sp>
      <p:sp>
        <p:nvSpPr>
          <p:cNvPr id="9" name="Content Placeholder 2"/>
          <p:cNvSpPr>
            <a:spLocks noGrp="1"/>
          </p:cNvSpPr>
          <p:nvPr>
            <p:ph idx="1" hasCustomPrompt="1"/>
          </p:nvPr>
        </p:nvSpPr>
        <p:spPr>
          <a:xfrm>
            <a:off x="519464" y="1281550"/>
            <a:ext cx="10961336" cy="4949917"/>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stStyle>
          <a:p>
            <a:pPr lvl="0"/>
            <a:r>
              <a:rPr lang="zh-CN" altLang="en-US"/>
              <a:t>点击编辑正文及添加图表及视频等</a:t>
            </a:r>
            <a:endParaRPr lang="en-US"/>
          </a:p>
        </p:txBody>
      </p:sp>
      <p:sp>
        <p:nvSpPr>
          <p:cNvPr id="7"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Picture Placeholder 2"/>
          <p:cNvSpPr>
            <a:spLocks noGrp="1"/>
          </p:cNvSpPr>
          <p:nvPr>
            <p:ph type="pic" idx="10" hasCustomPrompt="1"/>
          </p:nvPr>
        </p:nvSpPr>
        <p:spPr>
          <a:xfrm>
            <a:off x="1104846" y="1478577"/>
            <a:ext cx="3837985" cy="4873625"/>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点击添加图片</a:t>
            </a:r>
            <a:endParaRPr lang="en-US"/>
          </a:p>
        </p:txBody>
      </p:sp>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a:solidFill>
                  <a:schemeClr val="tx1"/>
                </a:solidFill>
              </a:defRPr>
            </a:lvl1pPr>
          </a:lstStyle>
          <a:p>
            <a:r>
              <a:rPr kumimoji="1" lang="zh-CN" altLang="en-US"/>
              <a:t>点击编辑标题</a:t>
            </a:r>
          </a:p>
        </p:txBody>
      </p:sp>
      <p:sp>
        <p:nvSpPr>
          <p:cNvPr id="7" name="Content Placeholder 2"/>
          <p:cNvSpPr>
            <a:spLocks noGrp="1"/>
          </p:cNvSpPr>
          <p:nvPr>
            <p:ph sz="half" idx="1" hasCustomPrompt="1"/>
          </p:nvPr>
        </p:nvSpPr>
        <p:spPr>
          <a:xfrm>
            <a:off x="5147733" y="2151663"/>
            <a:ext cx="5181600" cy="4200539"/>
          </a:xfrm>
          <a:prstGeom prst="rect">
            <a:avLst/>
          </a:prstGeom>
        </p:spPr>
        <p:txBody>
          <a:bodyPr/>
          <a:lstStyle>
            <a:lvl1pPr>
              <a:defRPr sz="2400">
                <a:solidFill>
                  <a:schemeClr val="tx1"/>
                </a:solidFill>
                <a:latin typeface="微软雅黑" panose="020B0503020204020204" charset="-122"/>
                <a:ea typeface="汉仪雅酷黑-55W" panose="020B0504020202020204"/>
                <a:cs typeface="汉仪雅酷黑-55W" panose="020B0504020202020204"/>
              </a:defRPr>
            </a:lvl1pPr>
          </a:lstStyle>
          <a:p>
            <a:pPr lvl="0"/>
            <a:r>
              <a:rPr lang="zh-CN" altLang="en-US"/>
              <a:t> 点击编辑正文</a:t>
            </a:r>
            <a:endParaRPr lang="en-US" altLang="zh-CN"/>
          </a:p>
        </p:txBody>
      </p:sp>
      <p:sp>
        <p:nvSpPr>
          <p:cNvPr id="12"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页">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3" y="0"/>
            <a:ext cx="12187413" cy="6855420"/>
          </a:xfrm>
          <a:prstGeom prst="rect">
            <a:avLst/>
          </a:prstGeom>
        </p:spPr>
      </p:pic>
      <p:sp>
        <p:nvSpPr>
          <p:cNvPr id="6" name="Text Placeholder 5"/>
          <p:cNvSpPr>
            <a:spLocks noGrp="1"/>
          </p:cNvSpPr>
          <p:nvPr>
            <p:ph type="body" sz="quarter" idx="13" hasCustomPrompt="1"/>
          </p:nvPr>
        </p:nvSpPr>
        <p:spPr>
          <a:xfrm>
            <a:off x="672107" y="5479195"/>
            <a:ext cx="10847786" cy="431711"/>
          </a:xfrm>
          <a:prstGeom prst="rect">
            <a:avLst/>
          </a:prstGeom>
        </p:spPr>
        <p:txBody>
          <a:bodyPr anchor="ctr"/>
          <a:lstStyle>
            <a:lvl1pPr marL="0" indent="0" algn="ctr">
              <a:buNone/>
              <a:defRPr sz="2800">
                <a:solidFill>
                  <a:schemeClr val="tx1"/>
                </a:solidFill>
                <a:latin typeface="微软雅黑" panose="020B0503020204020204" charset="-122"/>
                <a:ea typeface="汉仪雅酷黑-55W" panose="020B0504020202020204"/>
                <a:cs typeface="汉仪雅酷黑-55W" panose="020B0504020202020204"/>
              </a:defRPr>
            </a:lvl1pPr>
          </a:lstStyle>
          <a:p>
            <a:pPr algn="ctr"/>
            <a:r>
              <a:rPr kumimoji="1" lang="zh-CN" altLang="en-US" sz="3200"/>
              <a:t>点击编辑内容</a:t>
            </a:r>
          </a:p>
        </p:txBody>
      </p:sp>
      <p:sp>
        <p:nvSpPr>
          <p:cNvPr id="5" name="Picture Placeholder 2"/>
          <p:cNvSpPr>
            <a:spLocks noGrp="1"/>
          </p:cNvSpPr>
          <p:nvPr>
            <p:ph type="pic" idx="10" hasCustomPrompt="1"/>
          </p:nvPr>
        </p:nvSpPr>
        <p:spPr>
          <a:xfrm>
            <a:off x="519465" y="1452425"/>
            <a:ext cx="11000428" cy="3302455"/>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点击添加图片</a:t>
            </a:r>
            <a:endParaRPr lang="en-US"/>
          </a:p>
        </p:txBody>
      </p:sp>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a:solidFill>
                  <a:schemeClr val="tx1"/>
                </a:solidFill>
              </a:defRPr>
            </a:lvl1pPr>
          </a:lstStyle>
          <a:p>
            <a:r>
              <a:rPr kumimoji="1" lang="zh-CN" altLang="en-US"/>
              <a:t>点击编辑标题</a:t>
            </a:r>
          </a:p>
        </p:txBody>
      </p:sp>
      <p:sp>
        <p:nvSpPr>
          <p:cNvPr id="9"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9548"/>
          </a:xfrm>
          <a:prstGeom prst="rect">
            <a:avLst/>
          </a:prstGeom>
        </p:spPr>
      </p:pic>
      <p:sp>
        <p:nvSpPr>
          <p:cNvPr id="5" name="TextBox 2"/>
          <p:cNvSpPr txBox="1"/>
          <p:nvPr userDrawn="1"/>
        </p:nvSpPr>
        <p:spPr>
          <a:xfrm>
            <a:off x="3840223" y="2656141"/>
            <a:ext cx="2051291" cy="923330"/>
          </a:xfrm>
          <a:prstGeom prst="rect">
            <a:avLst/>
          </a:prstGeom>
          <a:noFill/>
        </p:spPr>
        <p:txBody>
          <a:bodyPr wrap="square" rtlCol="0">
            <a:spAutoFit/>
          </a:bodyPr>
          <a:lstStyle/>
          <a:p>
            <a:r>
              <a:rPr kumimoji="1" lang="zh-CN" altLang="en-US" sz="5400">
                <a:solidFill>
                  <a:schemeClr val="tx1"/>
                </a:solidFill>
                <a:latin typeface="微软雅黑" panose="020B0503020204020204" charset="-122"/>
                <a:ea typeface="汉仪雅酷黑-55W" panose="020B0504020202020204"/>
                <a:cs typeface="微软雅黑" panose="020B0503020204020204" charset="-122"/>
              </a:rPr>
              <a:t>谢谢！</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4" name="标题占位符 1"/>
          <p:cNvSpPr>
            <a:spLocks noGrp="1"/>
          </p:cNvSpPr>
          <p:nvPr>
            <p:ph type="title"/>
          </p:nvPr>
        </p:nvSpPr>
        <p:spPr>
          <a:xfrm>
            <a:off x="173889" y="137855"/>
            <a:ext cx="8640960" cy="490066"/>
          </a:xfrm>
          <a:prstGeom prst="rect">
            <a:avLst/>
          </a:prstGeom>
        </p:spPr>
        <p:txBody>
          <a:bodyPr vert="horz" lIns="91440" tIns="45720" rIns="91440" bIns="45720" rtlCol="0" anchor="ctr">
            <a:noAutofit/>
          </a:bodyPr>
          <a:lstStyle/>
          <a:p>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flipH="1">
            <a:off x="2502" y="6721475"/>
            <a:ext cx="12192671" cy="117949"/>
          </a:xfrm>
          <a:prstGeom prst="rect">
            <a:avLst/>
          </a:prstGeom>
          <a:solidFill>
            <a:srgbClr val="008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HYQiHei-60S" panose="00020600040101010101" pitchFamily="18" charset="-122"/>
              <a:ea typeface="汉仪雅酷黑-55W" panose="020B0504020202020204"/>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スライド（白）　">
    <p:spTree>
      <p:nvGrpSpPr>
        <p:cNvPr id="1" name=""/>
        <p:cNvGrpSpPr/>
        <p:nvPr/>
      </p:nvGrpSpPr>
      <p:grpSpPr>
        <a:xfrm>
          <a:off x="0" y="0"/>
          <a:ext cx="0" cy="0"/>
          <a:chOff x="0" y="0"/>
          <a:chExt cx="0" cy="0"/>
        </a:xfrm>
      </p:grpSpPr>
      <p:sp>
        <p:nvSpPr>
          <p:cNvPr id="9" name="コンテンツ プレースホルダー 8"/>
          <p:cNvSpPr>
            <a:spLocks noGrp="1"/>
          </p:cNvSpPr>
          <p:nvPr>
            <p:ph sz="quarter" idx="16" hasCustomPrompt="1"/>
          </p:nvPr>
        </p:nvSpPr>
        <p:spPr>
          <a:xfrm>
            <a:off x="431800" y="1295640"/>
            <a:ext cx="11423650" cy="4166372"/>
          </a:xfrm>
        </p:spPr>
        <p:txBody>
          <a:bodyPr>
            <a:normAutofit/>
          </a:bodyPr>
          <a:lstStyle>
            <a:lvl1pPr>
              <a:defRPr sz="2135">
                <a:solidFill>
                  <a:schemeClr val="tx1">
                    <a:lumMod val="75000"/>
                    <a:lumOff val="25000"/>
                  </a:schemeClr>
                </a:solidFill>
                <a:latin typeface="微软雅黑" panose="020B0503020204020204" charset="-122"/>
                <a:ea typeface="汉仪雅酷黑-55W" panose="020B0504020202020204"/>
              </a:defRPr>
            </a:lvl1pPr>
            <a:lvl2pPr>
              <a:defRPr sz="2135">
                <a:solidFill>
                  <a:schemeClr val="tx1">
                    <a:lumMod val="75000"/>
                    <a:lumOff val="25000"/>
                  </a:schemeClr>
                </a:solidFill>
                <a:latin typeface="微软雅黑" panose="020B0503020204020204" charset="-122"/>
                <a:ea typeface="汉仪雅酷黑-55W" panose="020B0504020202020204"/>
              </a:defRPr>
            </a:lvl2pPr>
            <a:lvl3pPr>
              <a:defRPr sz="2135">
                <a:solidFill>
                  <a:schemeClr val="tx1">
                    <a:lumMod val="75000"/>
                    <a:lumOff val="25000"/>
                  </a:schemeClr>
                </a:solidFill>
                <a:latin typeface="微软雅黑" panose="020B0503020204020204" charset="-122"/>
                <a:ea typeface="汉仪雅酷黑-55W" panose="020B0504020202020204"/>
              </a:defRPr>
            </a:lvl3pPr>
            <a:lvl4pPr>
              <a:defRPr sz="2135">
                <a:solidFill>
                  <a:schemeClr val="tx1">
                    <a:lumMod val="75000"/>
                    <a:lumOff val="25000"/>
                  </a:schemeClr>
                </a:solidFill>
                <a:latin typeface="微软雅黑" panose="020B0503020204020204" charset="-122"/>
                <a:ea typeface="汉仪雅酷黑-55W" panose="020B0504020202020204"/>
              </a:defRPr>
            </a:lvl4pPr>
            <a:lvl5pPr>
              <a:defRPr sz="2135">
                <a:solidFill>
                  <a:schemeClr val="tx1">
                    <a:lumMod val="75000"/>
                    <a:lumOff val="25000"/>
                  </a:schemeClr>
                </a:solidFill>
                <a:latin typeface="微软雅黑" panose="020B0503020204020204" charset="-122"/>
                <a:ea typeface="汉仪雅酷黑-55W" panose="020B0504020202020204"/>
              </a:defRPr>
            </a:lvl5pPr>
          </a:lstStyle>
          <a:p>
            <a:pPr lvl="0"/>
            <a:r>
              <a:rPr kumimoji="1" lang="zh-CN" altLang="en-US"/>
              <a:t>正文母版的格式设定</a:t>
            </a:r>
            <a:endParaRPr kumimoji="1" lang="ja-JP" altLang="en-US"/>
          </a:p>
          <a:p>
            <a:pPr lvl="1"/>
            <a:r>
              <a:rPr kumimoji="1" lang="ja-JP" altLang="en-US"/>
              <a:t>第</a:t>
            </a:r>
            <a:r>
              <a:rPr kumimoji="1" lang="en-US" altLang="ja-JP"/>
              <a:t>2</a:t>
            </a:r>
            <a:r>
              <a:rPr kumimoji="1" lang="ja-JP" altLang="en-US"/>
              <a:t>级</a:t>
            </a:r>
          </a:p>
          <a:p>
            <a:pPr lvl="2"/>
            <a:r>
              <a:rPr kumimoji="1" lang="ja-JP" altLang="en-US"/>
              <a:t>第</a:t>
            </a:r>
            <a:r>
              <a:rPr kumimoji="1" lang="en-US" altLang="zh-CN"/>
              <a:t>3</a:t>
            </a:r>
            <a:r>
              <a:rPr kumimoji="1" lang="ja-JP" altLang="en-US"/>
              <a:t>级</a:t>
            </a:r>
          </a:p>
          <a:p>
            <a:pPr lvl="3"/>
            <a:r>
              <a:rPr kumimoji="1" lang="ja-JP" altLang="en-US"/>
              <a:t>第</a:t>
            </a:r>
            <a:r>
              <a:rPr kumimoji="1" lang="en-US" altLang="ja-JP"/>
              <a:t>4</a:t>
            </a:r>
            <a:r>
              <a:rPr kumimoji="1" lang="ja-JP" altLang="en-US"/>
              <a:t>级</a:t>
            </a:r>
          </a:p>
          <a:p>
            <a:pPr lvl="4"/>
            <a:r>
              <a:rPr kumimoji="1" lang="ja-JP" altLang="en-US"/>
              <a:t>第</a:t>
            </a:r>
            <a:r>
              <a:rPr kumimoji="1" lang="en-US" altLang="ja-JP"/>
              <a:t>5</a:t>
            </a:r>
            <a:r>
              <a:rPr kumimoji="1" lang="ja-JP" altLang="en-US"/>
              <a:t>级</a:t>
            </a:r>
          </a:p>
        </p:txBody>
      </p:sp>
      <p:sp>
        <p:nvSpPr>
          <p:cNvPr id="2" name="タイトル 1"/>
          <p:cNvSpPr>
            <a:spLocks noGrp="1"/>
          </p:cNvSpPr>
          <p:nvPr>
            <p:ph type="title" hasCustomPrompt="1"/>
          </p:nvPr>
        </p:nvSpPr>
        <p:spPr>
          <a:xfrm>
            <a:off x="440267" y="427773"/>
            <a:ext cx="11434233" cy="455760"/>
          </a:xfrm>
        </p:spPr>
        <p:txBody>
          <a:bodyPr>
            <a:normAutofit/>
          </a:bodyPr>
          <a:lstStyle>
            <a:lvl1pPr>
              <a:defRPr sz="2665">
                <a:solidFill>
                  <a:schemeClr val="tx1">
                    <a:lumMod val="75000"/>
                    <a:lumOff val="25000"/>
                  </a:schemeClr>
                </a:solidFill>
              </a:defRPr>
            </a:lvl1pPr>
          </a:lstStyle>
          <a:p>
            <a:r>
              <a:rPr kumimoji="1" lang="ja-JP" altLang="en-US"/>
              <a:t>内容标题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stretch>
            <a:fillRect/>
          </a:stretch>
        </p:blipFill>
        <p:spPr>
          <a:xfrm>
            <a:off x="-1316" y="1"/>
            <a:ext cx="12193316" cy="6860944"/>
          </a:xfrm>
          <a:prstGeom prst="rect">
            <a:avLst/>
          </a:prstGeom>
        </p:spPr>
      </p:pic>
      <p:sp>
        <p:nvSpPr>
          <p:cNvPr id="3" name="内容占位符 2"/>
          <p:cNvSpPr>
            <a:spLocks noGrp="1"/>
          </p:cNvSpPr>
          <p:nvPr>
            <p:ph idx="1"/>
          </p:nvPr>
        </p:nvSpPr>
        <p:spPr/>
        <p:txBody>
          <a:bodyPr/>
          <a:lstStyle>
            <a:lvl1pPr>
              <a:defRPr spc="100" baseline="0">
                <a:latin typeface="微软雅黑" panose="020B0503020204020204" charset="-122"/>
                <a:ea typeface="汉仪雅酷黑-55W" panose="020B0504020202020204"/>
                <a:cs typeface="Arial" panose="020B0604020202090204" pitchFamily="34" charset="0"/>
              </a:defRPr>
            </a:lvl1pPr>
            <a:lvl2pPr>
              <a:defRPr spc="100" baseline="0">
                <a:latin typeface="微软雅黑" panose="020B0503020204020204" charset="-122"/>
                <a:ea typeface="汉仪雅酷黑-55W" panose="020B0504020202020204"/>
                <a:cs typeface="Arial" panose="020B0604020202090204" pitchFamily="34" charset="0"/>
              </a:defRPr>
            </a:lvl2pPr>
            <a:lvl3pPr>
              <a:defRPr spc="100" baseline="0">
                <a:latin typeface="微软雅黑" panose="020B0503020204020204" charset="-122"/>
                <a:ea typeface="汉仪雅酷黑-55W" panose="020B0504020202020204"/>
                <a:cs typeface="Arial" panose="020B0604020202090204" pitchFamily="34" charset="0"/>
              </a:defRPr>
            </a:lvl3pPr>
            <a:lvl4pPr>
              <a:defRPr spc="100" baseline="0">
                <a:latin typeface="微软雅黑" panose="020B0503020204020204" charset="-122"/>
                <a:ea typeface="汉仪雅酷黑-55W" panose="020B0504020202020204"/>
                <a:cs typeface="Arial" panose="020B0604020202090204" pitchFamily="34" charset="0"/>
              </a:defRPr>
            </a:lvl4pPr>
            <a:lvl5pPr>
              <a:defRPr spc="100" baseline="0">
                <a:latin typeface="微软雅黑" panose="020B0503020204020204" charset="-122"/>
                <a:ea typeface="汉仪雅酷黑-55W" panose="020B0504020202020204"/>
                <a:cs typeface="Arial" panose="020B0604020202090204" pitchFamily="34"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Arial" panose="020B0604020202090204" pitchFamily="34" charset="0"/>
                <a:ea typeface="Arial" panose="020B0604020202090204" pitchFamily="34" charset="0"/>
                <a:cs typeface="Arial" panose="020B0604020202090204" pitchFamily="34" charset="0"/>
              </a:defRPr>
            </a:lvl1pPr>
          </a:lstStyle>
          <a:p>
            <a:pPr hangingPunct="0"/>
            <a:fld id="{7DB64A3F-E484-524F-90DD-AC43CDAB36EC}" type="datetimeFigureOut">
              <a:rPr kumimoji="1" lang="zh-CN" altLang="en-US" sz="1800" kern="0" smtClean="0">
                <a:solidFill>
                  <a:prstClr val="black">
                    <a:tint val="75000"/>
                  </a:prstClr>
                </a:solidFill>
                <a:latin typeface="微软雅黑" panose="020B0503020204020204" charset="-122"/>
                <a:sym typeface="微软雅黑" panose="020B0503020204020204" charset="-122"/>
              </a:rPr>
              <a:t>2025/6/9</a:t>
            </a:fld>
            <a:endParaRPr kumimoji="1" lang="zh-CN" altLang="en-US" sz="1800" kern="0">
              <a:solidFill>
                <a:prstClr val="black">
                  <a:tint val="75000"/>
                </a:prstClr>
              </a:solidFill>
              <a:latin typeface="微软雅黑" panose="020B0503020204020204" charset="-122"/>
              <a:sym typeface="微软雅黑" panose="020B0503020204020204" charset="-122"/>
            </a:endParaRPr>
          </a:p>
        </p:txBody>
      </p:sp>
      <p:sp>
        <p:nvSpPr>
          <p:cNvPr id="6" name="幻灯片编号占位符 5"/>
          <p:cNvSpPr>
            <a:spLocks noGrp="1"/>
          </p:cNvSpPr>
          <p:nvPr>
            <p:ph type="sldNum" sz="quarter" idx="12"/>
          </p:nvPr>
        </p:nvSpPr>
        <p:spPr/>
        <p:txBody>
          <a:bodyPr/>
          <a:lstStyle>
            <a:lvl1pPr>
              <a:defRPr/>
            </a:lvl1pPr>
          </a:lstStyle>
          <a:p>
            <a:pPr hangingPunct="0"/>
            <a:fld id="{A941C817-3DFF-A64A-85F8-46CAA615CCCC}" type="slidenum">
              <a:rPr kumimoji="1" lang="zh-CN" altLang="en-US" kern="0" smtClean="0">
                <a:solidFill>
                  <a:prstClr val="black">
                    <a:tint val="75000"/>
                  </a:prstClr>
                </a:solidFill>
                <a:latin typeface="微软雅黑" panose="020B0503020204020204" charset="-122"/>
                <a:cs typeface="微软雅黑" panose="020B0503020204020204" charset="-122"/>
                <a:sym typeface="微软雅黑" panose="020B0503020204020204" charset="-122"/>
              </a:rPr>
              <a:t>‹#›</a:t>
            </a:fld>
            <a:endParaRPr kumimoji="1" lang="zh-CN" altLang="en-US" kern="0">
              <a:solidFill>
                <a:prstClr val="black">
                  <a:tint val="75000"/>
                </a:prstClr>
              </a:solidFill>
              <a:latin typeface="微软雅黑" panose="020B0503020204020204" charset="-122"/>
              <a:cs typeface="微软雅黑" panose="020B0503020204020204" charset="-122"/>
              <a:sym typeface="微软雅黑" panose="020B0503020204020204" charset="-122"/>
            </a:endParaRPr>
          </a:p>
        </p:txBody>
      </p:sp>
      <p:pic>
        <p:nvPicPr>
          <p:cNvPr id="17" name="图片 16"/>
          <p:cNvPicPr>
            <a:picLocks noChangeAspect="1"/>
          </p:cNvPicPr>
          <p:nvPr userDrawn="1"/>
        </p:nvPicPr>
        <p:blipFill>
          <a:blip r:embed="rId3"/>
          <a:stretch>
            <a:fillRect/>
          </a:stretch>
        </p:blipFill>
        <p:spPr>
          <a:xfrm>
            <a:off x="10080955" y="330386"/>
            <a:ext cx="1691635" cy="351437"/>
          </a:xfrm>
          <a:prstGeom prst="rect">
            <a:avLst/>
          </a:prstGeom>
        </p:spPr>
      </p:pic>
      <p:sp>
        <p:nvSpPr>
          <p:cNvPr id="18" name="标题 1"/>
          <p:cNvSpPr>
            <a:spLocks noGrp="1"/>
          </p:cNvSpPr>
          <p:nvPr>
            <p:ph type="title" hasCustomPrompt="1"/>
          </p:nvPr>
        </p:nvSpPr>
        <p:spPr>
          <a:xfrm>
            <a:off x="838200" y="218730"/>
            <a:ext cx="8813800" cy="574748"/>
          </a:xfrm>
        </p:spPr>
        <p:txBody>
          <a:bodyPr>
            <a:normAutofit/>
          </a:bodyPr>
          <a:lstStyle>
            <a:lvl1pPr>
              <a:defRPr sz="2200" b="1" spc="100" baseline="0">
                <a:latin typeface="微软雅黑" panose="020B0503020204020204" charset="-122"/>
                <a:ea typeface="汉仪雅酷黑-55W" panose="020B0504020202020204"/>
                <a:cs typeface="汉仪雅酷黑-55W" panose="020B0504020202020204"/>
              </a:defRPr>
            </a:lvl1pPr>
          </a:lstStyle>
          <a:p>
            <a:r>
              <a:rPr kumimoji="1" lang="zh-CN" altLang="en-US"/>
              <a:t>标题  微软雅黑 加粗</a:t>
            </a:r>
            <a:r>
              <a:rPr kumimoji="1" lang="en-US" altLang="zh-CN"/>
              <a:t> 22</a:t>
            </a:r>
            <a:r>
              <a:rPr kumimoji="1" lang="zh-CN" altLang="en-US"/>
              <a:t>号字 黑</a:t>
            </a:r>
          </a:p>
        </p:txBody>
      </p:sp>
      <p:sp>
        <p:nvSpPr>
          <p:cNvPr id="15" name="Text Box 3"/>
          <p:cNvSpPr txBox="1">
            <a:spLocks noChangeArrowheads="1"/>
          </p:cNvSpPr>
          <p:nvPr userDrawn="1"/>
        </p:nvSpPr>
        <p:spPr bwMode="auto">
          <a:xfrm>
            <a:off x="-1462210" y="2974748"/>
            <a:ext cx="1152525" cy="396000"/>
          </a:xfrm>
          <a:prstGeom prst="rect">
            <a:avLst/>
          </a:prstGeom>
          <a:solidFill>
            <a:srgbClr val="000008"/>
          </a:solidFill>
          <a:ln w="9525">
            <a:noFill/>
            <a:miter lim="800000"/>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0/0/8</a:t>
            </a:r>
          </a:p>
        </p:txBody>
      </p:sp>
      <p:sp>
        <p:nvSpPr>
          <p:cNvPr id="16" name="Text Box 5"/>
          <p:cNvSpPr txBox="1">
            <a:spLocks noChangeArrowheads="1"/>
          </p:cNvSpPr>
          <p:nvPr userDrawn="1"/>
        </p:nvSpPr>
        <p:spPr bwMode="auto">
          <a:xfrm>
            <a:off x="-1462210" y="1806533"/>
            <a:ext cx="1152525" cy="396000"/>
          </a:xfrm>
          <a:prstGeom prst="rect">
            <a:avLst/>
          </a:prstGeom>
          <a:solidFill>
            <a:srgbClr val="003B71"/>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0/59/113</a:t>
            </a:r>
          </a:p>
        </p:txBody>
      </p:sp>
      <p:sp>
        <p:nvSpPr>
          <p:cNvPr id="19" name="Text Box 6"/>
          <p:cNvSpPr txBox="1">
            <a:spLocks noChangeArrowheads="1"/>
          </p:cNvSpPr>
          <p:nvPr userDrawn="1"/>
        </p:nvSpPr>
        <p:spPr bwMode="auto">
          <a:xfrm>
            <a:off x="-1462210" y="2195938"/>
            <a:ext cx="1152525" cy="396000"/>
          </a:xfrm>
          <a:prstGeom prst="rect">
            <a:avLst/>
          </a:prstGeom>
          <a:solidFill>
            <a:srgbClr val="BF182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191/24/38</a:t>
            </a:r>
          </a:p>
        </p:txBody>
      </p:sp>
      <p:sp>
        <p:nvSpPr>
          <p:cNvPr id="27" name="Text Box 7"/>
          <p:cNvSpPr txBox="1">
            <a:spLocks noChangeArrowheads="1"/>
          </p:cNvSpPr>
          <p:nvPr userDrawn="1"/>
        </p:nvSpPr>
        <p:spPr bwMode="auto">
          <a:xfrm>
            <a:off x="-1462210" y="3364151"/>
            <a:ext cx="1152525" cy="396000"/>
          </a:xfrm>
          <a:prstGeom prst="rect">
            <a:avLst/>
          </a:prstGeom>
          <a:solidFill>
            <a:srgbClr val="929A9F"/>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146/154/159</a:t>
            </a:r>
          </a:p>
        </p:txBody>
      </p:sp>
      <p:sp>
        <p:nvSpPr>
          <p:cNvPr id="28" name="Text Box 9"/>
          <p:cNvSpPr txBox="1">
            <a:spLocks noChangeArrowheads="1"/>
          </p:cNvSpPr>
          <p:nvPr userDrawn="1"/>
        </p:nvSpPr>
        <p:spPr bwMode="auto">
          <a:xfrm>
            <a:off x="-1462210" y="2585343"/>
            <a:ext cx="1152525" cy="396000"/>
          </a:xfrm>
          <a:prstGeom prst="rect">
            <a:avLst/>
          </a:prstGeom>
          <a:solidFill>
            <a:srgbClr val="B3B9AC"/>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179/185/172</a:t>
            </a:r>
          </a:p>
        </p:txBody>
      </p:sp>
      <p:sp>
        <p:nvSpPr>
          <p:cNvPr id="29" name="Text Box 11"/>
          <p:cNvSpPr txBox="1">
            <a:spLocks noChangeArrowheads="1"/>
          </p:cNvSpPr>
          <p:nvPr userDrawn="1"/>
        </p:nvSpPr>
        <p:spPr bwMode="auto">
          <a:xfrm>
            <a:off x="-1462210" y="1027723"/>
            <a:ext cx="1152525" cy="396000"/>
          </a:xfrm>
          <a:prstGeom prst="rect">
            <a:avLst/>
          </a:prstGeom>
          <a:solidFill>
            <a:srgbClr val="728BC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114/139/198</a:t>
            </a:r>
          </a:p>
        </p:txBody>
      </p:sp>
      <p:sp>
        <p:nvSpPr>
          <p:cNvPr id="30" name="Text Box 5"/>
          <p:cNvSpPr txBox="1">
            <a:spLocks noChangeArrowheads="1"/>
          </p:cNvSpPr>
          <p:nvPr userDrawn="1"/>
        </p:nvSpPr>
        <p:spPr bwMode="auto">
          <a:xfrm>
            <a:off x="-1462210" y="1417128"/>
            <a:ext cx="1152525" cy="396000"/>
          </a:xfrm>
          <a:prstGeom prst="rect">
            <a:avLst/>
          </a:prstGeom>
          <a:solidFill>
            <a:srgbClr val="00BED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marL="0" marR="0" lvl="0" indent="0" algn="l" defTabSz="914400" rtl="0" eaLnBrk="1" fontAlgn="auto" latinLnBrk="0" hangingPunct="0">
              <a:lnSpc>
                <a:spcPct val="100000"/>
              </a:lnSpc>
              <a:spcBef>
                <a:spcPct val="0"/>
              </a:spcBef>
              <a:spcAft>
                <a:spcPct val="0"/>
              </a:spcAft>
              <a:buClrTx/>
              <a:buSzTx/>
              <a:buFontTx/>
              <a:buNone/>
            </a:pPr>
            <a:r>
              <a:rPr kumimoji="0" lang="en-US" altLang="zh-CN" sz="1200" b="1" i="0" u="none" strike="noStrike" kern="0" cap="none" spc="0" normalizeH="0" baseline="0" noProof="0">
                <a:ln>
                  <a:noFill/>
                </a:ln>
                <a:solidFill>
                  <a:prstClr val="white"/>
                </a:solidFill>
                <a:effectLst/>
                <a:uLnTx/>
                <a:uFillTx/>
                <a:latin typeface="微软雅黑" panose="020B0503020204020204" charset="-122"/>
                <a:ea typeface="汉仪雅酷黑-55W" panose="020B0504020202020204"/>
                <a:cs typeface="Arial" panose="020B0604020202090204" pitchFamily="34" charset="0"/>
                <a:sym typeface="微软雅黑" panose="020B0503020204020204" charset="-122"/>
              </a:rPr>
              <a:t>0/190/214</a:t>
            </a: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6" name="矩形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grpSp>
        <p:nvGrpSpPr>
          <p:cNvPr id="13" name="组合 12"/>
          <p:cNvGrpSpPr/>
          <p:nvPr userDrawn="1"/>
        </p:nvGrpSpPr>
        <p:grpSpPr>
          <a:xfrm>
            <a:off x="-257" y="273104"/>
            <a:ext cx="12192257" cy="629503"/>
            <a:chOff x="-257" y="273104"/>
            <a:chExt cx="12192257" cy="629503"/>
          </a:xfrm>
        </p:grpSpPr>
        <p:cxnSp>
          <p:nvCxnSpPr>
            <p:cNvPr id="3" name="直接连接符 2"/>
            <p:cNvCxnSpPr/>
            <p:nvPr userDrawn="1"/>
          </p:nvCxnSpPr>
          <p:spPr>
            <a:xfrm>
              <a:off x="0" y="902607"/>
              <a:ext cx="12192000" cy="0"/>
            </a:xfrm>
            <a:prstGeom prst="line">
              <a:avLst/>
            </a:prstGeom>
            <a:ln w="24130">
              <a:solidFill>
                <a:srgbClr val="6E85BB"/>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57" y="273104"/>
              <a:ext cx="72000" cy="356400"/>
            </a:xfrm>
            <a:prstGeom prst="rect">
              <a:avLst/>
            </a:prstGeom>
            <a:solidFill>
              <a:srgbClr val="6E8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pic>
          <p:nvPicPr>
            <p:cNvPr id="11" name="图片 10"/>
            <p:cNvPicPr>
              <a:picLocks noChangeAspect="1"/>
            </p:cNvPicPr>
            <p:nvPr userDrawn="1"/>
          </p:nvPicPr>
          <p:blipFill>
            <a:blip r:embed="rId2"/>
            <a:stretch>
              <a:fillRect/>
            </a:stretch>
          </p:blipFill>
          <p:spPr>
            <a:xfrm>
              <a:off x="10108479" y="275585"/>
              <a:ext cx="1691635" cy="351437"/>
            </a:xfrm>
            <a:prstGeom prst="rect">
              <a:avLst/>
            </a:prstGeom>
          </p:spPr>
        </p:pic>
      </p:grpSp>
      <p:sp>
        <p:nvSpPr>
          <p:cNvPr id="14" name="标题 1"/>
          <p:cNvSpPr>
            <a:spLocks noGrp="1"/>
          </p:cNvSpPr>
          <p:nvPr>
            <p:ph type="title" hasCustomPrompt="1"/>
          </p:nvPr>
        </p:nvSpPr>
        <p:spPr>
          <a:xfrm>
            <a:off x="419409" y="196498"/>
            <a:ext cx="8813800" cy="503237"/>
          </a:xfrm>
        </p:spPr>
        <p:txBody>
          <a:bodyPr>
            <a:normAutofit/>
          </a:bodyPr>
          <a:lstStyle>
            <a:lvl1pPr>
              <a:defRPr sz="2200" b="1" spc="100" baseline="0">
                <a:latin typeface="微软雅黑" panose="020B0503020204020204" charset="-122"/>
                <a:ea typeface="汉仪雅酷黑-55W" panose="020B0504020202020204"/>
                <a:cs typeface="汉仪雅酷黑-55W" panose="020B0504020202020204"/>
              </a:defRPr>
            </a:lvl1pPr>
          </a:lstStyle>
          <a:p>
            <a:r>
              <a:rPr kumimoji="1" lang="zh-CN" altLang="en-US"/>
              <a:t>标题  微软雅黑 加粗</a:t>
            </a:r>
            <a:r>
              <a:rPr kumimoji="1" lang="en-US" altLang="zh-CN"/>
              <a:t> 22</a:t>
            </a:r>
            <a:r>
              <a:rPr kumimoji="1" lang="zh-CN" altLang="en-US"/>
              <a:t>号字 黑</a:t>
            </a:r>
          </a:p>
        </p:txBody>
      </p:sp>
      <p:sp>
        <p:nvSpPr>
          <p:cNvPr id="15" name="Text Box 3"/>
          <p:cNvSpPr txBox="1">
            <a:spLocks noChangeArrowheads="1"/>
          </p:cNvSpPr>
          <p:nvPr userDrawn="1"/>
        </p:nvSpPr>
        <p:spPr bwMode="auto">
          <a:xfrm>
            <a:off x="-1462210" y="2974748"/>
            <a:ext cx="1152525" cy="396000"/>
          </a:xfrm>
          <a:prstGeom prst="rect">
            <a:avLst/>
          </a:prstGeom>
          <a:solidFill>
            <a:srgbClr val="000008"/>
          </a:solidFill>
          <a:ln w="9525">
            <a:noFill/>
            <a:miter lim="800000"/>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0/0/8</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16" name="Text Box 5"/>
          <p:cNvSpPr txBox="1">
            <a:spLocks noChangeArrowheads="1"/>
          </p:cNvSpPr>
          <p:nvPr userDrawn="1"/>
        </p:nvSpPr>
        <p:spPr bwMode="auto">
          <a:xfrm>
            <a:off x="-1462210" y="1806533"/>
            <a:ext cx="1152525" cy="396000"/>
          </a:xfrm>
          <a:prstGeom prst="rect">
            <a:avLst/>
          </a:prstGeom>
          <a:solidFill>
            <a:srgbClr val="003B71"/>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0/59/113</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17" name="Text Box 6"/>
          <p:cNvSpPr txBox="1">
            <a:spLocks noChangeArrowheads="1"/>
          </p:cNvSpPr>
          <p:nvPr userDrawn="1"/>
        </p:nvSpPr>
        <p:spPr bwMode="auto">
          <a:xfrm>
            <a:off x="-1462210" y="2195938"/>
            <a:ext cx="1152525" cy="396000"/>
          </a:xfrm>
          <a:prstGeom prst="rect">
            <a:avLst/>
          </a:prstGeom>
          <a:solidFill>
            <a:srgbClr val="BF182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191/24/38</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18" name="Text Box 7"/>
          <p:cNvSpPr txBox="1">
            <a:spLocks noChangeArrowheads="1"/>
          </p:cNvSpPr>
          <p:nvPr userDrawn="1"/>
        </p:nvSpPr>
        <p:spPr bwMode="auto">
          <a:xfrm>
            <a:off x="-1462210" y="3364151"/>
            <a:ext cx="1152525" cy="396000"/>
          </a:xfrm>
          <a:prstGeom prst="rect">
            <a:avLst/>
          </a:prstGeom>
          <a:solidFill>
            <a:srgbClr val="929A9F"/>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146/154/159</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19" name="Text Box 9"/>
          <p:cNvSpPr txBox="1">
            <a:spLocks noChangeArrowheads="1"/>
          </p:cNvSpPr>
          <p:nvPr userDrawn="1"/>
        </p:nvSpPr>
        <p:spPr bwMode="auto">
          <a:xfrm>
            <a:off x="-1462210" y="2585343"/>
            <a:ext cx="1152525" cy="396000"/>
          </a:xfrm>
          <a:prstGeom prst="rect">
            <a:avLst/>
          </a:prstGeom>
          <a:solidFill>
            <a:srgbClr val="B3B9AC"/>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179/185/172</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20" name="Text Box 11"/>
          <p:cNvSpPr txBox="1">
            <a:spLocks noChangeArrowheads="1"/>
          </p:cNvSpPr>
          <p:nvPr userDrawn="1"/>
        </p:nvSpPr>
        <p:spPr bwMode="auto">
          <a:xfrm>
            <a:off x="-1462210" y="1027723"/>
            <a:ext cx="1152525" cy="396000"/>
          </a:xfrm>
          <a:prstGeom prst="rect">
            <a:avLst/>
          </a:prstGeom>
          <a:solidFill>
            <a:srgbClr val="728BC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114/139/198</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
        <p:nvSpPr>
          <p:cNvPr id="21" name="Text Box 5"/>
          <p:cNvSpPr txBox="1">
            <a:spLocks noChangeArrowheads="1"/>
          </p:cNvSpPr>
          <p:nvPr userDrawn="1"/>
        </p:nvSpPr>
        <p:spPr bwMode="auto">
          <a:xfrm>
            <a:off x="-1462210" y="1417128"/>
            <a:ext cx="1152525" cy="396000"/>
          </a:xfrm>
          <a:prstGeom prst="rect">
            <a:avLst/>
          </a:prstGeom>
          <a:solidFill>
            <a:srgbClr val="00BED6"/>
          </a:solidFill>
          <a:ln>
            <a:noFill/>
          </a:ln>
        </p:spPr>
        <p:txBody>
          <a:bodyPr lIns="90000" tIns="90000" rIns="90000" bIns="90000" anchor="ctr"/>
          <a:lstStyle>
            <a:lvl1pPr>
              <a:defRPr>
                <a:solidFill>
                  <a:schemeClr val="bg1"/>
                </a:solidFill>
                <a:latin typeface="VW Headline OT-Book" pitchFamily="34" charset="0"/>
                <a:ea typeface="汉仪中黑简" panose="02010609000101010101" pitchFamily="49" charset="-122"/>
              </a:defRPr>
            </a:lvl1pPr>
            <a:lvl2pPr marL="742950" indent="-285750">
              <a:defRPr>
                <a:solidFill>
                  <a:schemeClr val="bg1"/>
                </a:solidFill>
                <a:latin typeface="VW Headline OT-Book" pitchFamily="34" charset="0"/>
                <a:ea typeface="汉仪中黑简" panose="02010609000101010101" pitchFamily="49" charset="-122"/>
              </a:defRPr>
            </a:lvl2pPr>
            <a:lvl3pPr marL="1143000" indent="-228600">
              <a:defRPr>
                <a:solidFill>
                  <a:schemeClr val="bg1"/>
                </a:solidFill>
                <a:latin typeface="VW Headline OT-Book" pitchFamily="34" charset="0"/>
                <a:ea typeface="汉仪中黑简" panose="02010609000101010101" pitchFamily="49" charset="-122"/>
              </a:defRPr>
            </a:lvl3pPr>
            <a:lvl4pPr marL="1600200" indent="-228600">
              <a:defRPr>
                <a:solidFill>
                  <a:schemeClr val="bg1"/>
                </a:solidFill>
                <a:latin typeface="VW Headline OT-Book" pitchFamily="34" charset="0"/>
                <a:ea typeface="汉仪中黑简" panose="02010609000101010101" pitchFamily="49" charset="-122"/>
              </a:defRPr>
            </a:lvl4pPr>
            <a:lvl5pPr marL="2057400" indent="-228600">
              <a:defRPr>
                <a:solidFill>
                  <a:schemeClr val="bg1"/>
                </a:solidFill>
                <a:latin typeface="VW Headline OT-Book" pitchFamily="34" charset="0"/>
                <a:ea typeface="汉仪中黑简" panose="02010609000101010101" pitchFamily="49" charset="-122"/>
              </a:defRPr>
            </a:lvl5pPr>
            <a:lvl6pPr marL="25146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6pPr>
            <a:lvl7pPr marL="29718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7pPr>
            <a:lvl8pPr marL="34290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8pPr>
            <a:lvl9pPr marL="3886200" indent="-228600" algn="ctr" eaLnBrk="0" fontAlgn="base" hangingPunct="0">
              <a:lnSpc>
                <a:spcPct val="103000"/>
              </a:lnSpc>
              <a:spcBef>
                <a:spcPct val="50000"/>
              </a:spcBef>
              <a:spcAft>
                <a:spcPct val="0"/>
              </a:spcAft>
              <a:defRPr>
                <a:solidFill>
                  <a:schemeClr val="bg1"/>
                </a:solidFill>
                <a:latin typeface="VW Headline OT-Book" pitchFamily="34" charset="0"/>
                <a:ea typeface="汉仪中黑简" panose="02010609000101010101" pitchFamily="49" charset="-122"/>
              </a:defRPr>
            </a:lvl9pPr>
          </a:lstStyle>
          <a:p>
            <a:pPr>
              <a:lnSpc>
                <a:spcPct val="100000"/>
              </a:lnSpc>
              <a:buSzTx/>
              <a:defRPr/>
            </a:pPr>
            <a:r>
              <a:rPr lang="en-US"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rPr>
              <a:t>0/190/214</a:t>
            </a:r>
            <a:endParaRPr lang="de-DE" altLang="zh-CN" sz="1200" b="1">
              <a:latin typeface="微软雅黑" panose="020B0503020204020204" charset="-122"/>
              <a:ea typeface="汉仪雅酷黑-55W" panose="020B0504020202020204"/>
              <a:cs typeface="Arial" panose="020B0604020202090204" pitchFamily="34" charset="0"/>
              <a:sym typeface="微软雅黑" panose="020B0503020204020204" charset="-122"/>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Text Placeholder 2"/>
          <p:cNvSpPr txBox="1"/>
          <p:nvPr userDrawn="1"/>
        </p:nvSpPr>
        <p:spPr>
          <a:xfrm>
            <a:off x="7013119" y="5445702"/>
            <a:ext cx="4206315" cy="645925"/>
          </a:xfrm>
          <a:prstGeom prst="rect">
            <a:avLst/>
          </a:prstGeom>
        </p:spPr>
        <p:txBody>
          <a:bodyPr/>
          <a:lstStyle>
            <a:lvl1pPr marL="0" indent="0" algn="l" defTabSz="914400" rtl="0" eaLnBrk="1" latinLnBrk="0" hangingPunct="1">
              <a:lnSpc>
                <a:spcPct val="90000"/>
              </a:lnSpc>
              <a:spcBef>
                <a:spcPts val="1000"/>
              </a:spcBef>
              <a:buFont typeface="Arial"/>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r"/>
            <a:endParaRPr lang="en-US" sz="2300">
              <a:solidFill>
                <a:srgbClr val="328CCF"/>
              </a:solidFill>
              <a:latin typeface="微软雅黑" panose="020B0503020204020204" charset="-122"/>
              <a:ea typeface="汉仪雅酷黑-55W" panose="020B0504020202020204"/>
              <a:cs typeface="微软雅黑" panose="020B0503020204020204" charset="-122"/>
            </a:endParaRPr>
          </a:p>
        </p:txBody>
      </p:sp>
      <p:sp>
        <p:nvSpPr>
          <p:cNvPr id="13" name="Text Placeholder 12"/>
          <p:cNvSpPr>
            <a:spLocks noGrp="1"/>
          </p:cNvSpPr>
          <p:nvPr>
            <p:ph type="body" sz="quarter" idx="10" hasCustomPrompt="1"/>
          </p:nvPr>
        </p:nvSpPr>
        <p:spPr>
          <a:xfrm>
            <a:off x="8641334" y="5473225"/>
            <a:ext cx="2578100" cy="646113"/>
          </a:xfrm>
          <a:prstGeom prst="rect">
            <a:avLst/>
          </a:prstGeom>
        </p:spPr>
        <p:txBody>
          <a:bodyPr anchor="ctr"/>
          <a:lstStyle>
            <a:lvl1pPr marL="0" indent="0" algn="r">
              <a:buNone/>
              <a:defRPr>
                <a:solidFill>
                  <a:srgbClr val="328CCF"/>
                </a:solidFill>
                <a:latin typeface="微软雅黑" panose="020B0503020204020204" charset="-122"/>
                <a:ea typeface="汉仪雅酷黑-55W" panose="020B0504020202020204"/>
                <a:cs typeface="汉仪雅酷黑-55W" panose="020B0504020202020204"/>
              </a:defRPr>
            </a:lvl1pPr>
          </a:lstStyle>
          <a:p>
            <a:pPr lvl="0"/>
            <a:r>
              <a:rPr kumimoji="1" lang="zh-CN" altLang="en-US"/>
              <a:t>部门以及日期</a:t>
            </a:r>
          </a:p>
        </p:txBody>
      </p:sp>
      <p:sp>
        <p:nvSpPr>
          <p:cNvPr id="16" name="Text Placeholder 12"/>
          <p:cNvSpPr>
            <a:spLocks noGrp="1"/>
          </p:cNvSpPr>
          <p:nvPr>
            <p:ph type="body" sz="quarter" idx="12" hasCustomPrompt="1"/>
          </p:nvPr>
        </p:nvSpPr>
        <p:spPr>
          <a:xfrm>
            <a:off x="5289171" y="4439978"/>
            <a:ext cx="5886543" cy="972207"/>
          </a:xfrm>
          <a:prstGeom prst="rect">
            <a:avLst/>
          </a:prstGeom>
        </p:spPr>
        <p:txBody>
          <a:bodyPr anchor="ctr"/>
          <a:lstStyle>
            <a:lvl1pPr marL="0" indent="0" algn="r">
              <a:buNone/>
              <a:defRPr sz="4800" b="1">
                <a:solidFill>
                  <a:srgbClr val="328CCF"/>
                </a:solidFill>
                <a:latin typeface="微软雅黑" panose="020B0503020204020204" charset="-122"/>
                <a:ea typeface="汉仪雅酷黑-55W" panose="020B0504020202020204"/>
                <a:cs typeface="汉仪雅酷黑-55W" panose="020B0504020202020204"/>
              </a:defRPr>
            </a:lvl1pPr>
          </a:lstStyle>
          <a:p>
            <a:pPr lvl="0"/>
            <a:r>
              <a:rPr kumimoji="1" lang="zh-CN" altLang="en-US"/>
              <a:t>点击编辑标题</a:t>
            </a:r>
          </a:p>
        </p:txBody>
      </p:sp>
      <p:sp>
        <p:nvSpPr>
          <p:cNvPr id="6" name="Slide Number Placeholder 5"/>
          <p:cNvSpPr>
            <a:spLocks noGrp="1"/>
          </p:cNvSpPr>
          <p:nvPr>
            <p:ph type="sldNum" sz="quarter" idx="13"/>
          </p:nvPr>
        </p:nvSpPr>
        <p:spPr>
          <a:xfrm>
            <a:off x="8737600" y="6360881"/>
            <a:ext cx="2743200" cy="365125"/>
          </a:xfrm>
          <a:prstGeom prst="rect">
            <a:avLst/>
          </a:prstGeom>
        </p:spPr>
        <p:txBody>
          <a:bodyPr/>
          <a:lstStyle>
            <a:lvl1pPr algn="r">
              <a:defRPr b="0" i="0">
                <a:solidFill>
                  <a:schemeClr val="bg2">
                    <a:lumMod val="50000"/>
                    <a:lumOff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ig Picture">
    <p:spTree>
      <p:nvGrpSpPr>
        <p:cNvPr id="1" name=""/>
        <p:cNvGrpSpPr/>
        <p:nvPr/>
      </p:nvGrpSpPr>
      <p:grpSpPr>
        <a:xfrm>
          <a:off x="0" y="0"/>
          <a:ext cx="0" cy="0"/>
          <a:chOff x="0" y="0"/>
          <a:chExt cx="0" cy="0"/>
        </a:xfrm>
      </p:grpSpPr>
      <p:sp>
        <p:nvSpPr>
          <p:cNvPr id="2" name="Picture Placeholder 13"/>
          <p:cNvSpPr>
            <a:spLocks noGrp="1"/>
          </p:cNvSpPr>
          <p:nvPr>
            <p:ph type="pic" sz="quarter" idx="13"/>
          </p:nvPr>
        </p:nvSpPr>
        <p:spPr>
          <a:xfrm>
            <a:off x="0" y="0"/>
            <a:ext cx="12192000" cy="6858000"/>
          </a:xfrm>
          <a:prstGeom prst="rect">
            <a:avLst/>
          </a:prstGeo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2000">
        <p15:prstTrans prst="curtains"/>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4="http://schemas.microsoft.com/office/powerpoint/2010/main" xmlns:p159="http://schemas.microsoft.com/office/powerpoint/2015/09/main">
      <p:transition spd="slow" advTm="2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标题与项目符号">
    <p:spTree>
      <p:nvGrpSpPr>
        <p:cNvPr id="1" name=""/>
        <p:cNvGrpSpPr/>
        <p:nvPr/>
      </p:nvGrpSpPr>
      <p:grpSpPr>
        <a:xfrm>
          <a:off x="0" y="0"/>
          <a:ext cx="0" cy="0"/>
          <a:chOff x="0" y="0"/>
          <a:chExt cx="0" cy="0"/>
        </a:xfrm>
      </p:grpSpPr>
      <p:sp>
        <p:nvSpPr>
          <p:cNvPr id="191" name="幻灯片标题"/>
          <p:cNvSpPr txBox="1">
            <a:spLocks noGrp="1"/>
          </p:cNvSpPr>
          <p:nvPr>
            <p:ph type="title" hasCustomPrompt="1"/>
          </p:nvPr>
        </p:nvSpPr>
        <p:spPr>
          <a:prstGeom prst="rect">
            <a:avLst/>
          </a:prstGeom>
        </p:spPr>
        <p:txBody>
          <a:bodyPr/>
          <a:lstStyle/>
          <a:p>
            <a:r>
              <a:t>幻灯片标题</a:t>
            </a:r>
          </a:p>
        </p:txBody>
      </p:sp>
      <p:sp>
        <p:nvSpPr>
          <p:cNvPr id="192"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726440">
              <a:lnSpc>
                <a:spcPct val="100000"/>
              </a:lnSpc>
              <a:spcBef>
                <a:spcPct val="0"/>
              </a:spcBef>
              <a:buSzTx/>
              <a:buNone/>
              <a:defRPr sz="2420" b="1"/>
            </a:lvl1pPr>
          </a:lstStyle>
          <a:p>
            <a:r>
              <a:rPr err="1"/>
              <a:t>幻灯片副标题</a:t>
            </a:r>
            <a:endParaRPr/>
          </a:p>
        </p:txBody>
      </p:sp>
      <p:sp>
        <p:nvSpPr>
          <p:cNvPr id="193" name="正文级别 1…"/>
          <p:cNvSpPr txBox="1">
            <a:spLocks noGrp="1"/>
          </p:cNvSpPr>
          <p:nvPr>
            <p:ph type="body" idx="1" hasCustomPrompt="1"/>
          </p:nvPr>
        </p:nvSpPr>
        <p:spPr>
          <a:prstGeom prst="rect">
            <a:avLst/>
          </a:prstGeom>
        </p:spPr>
        <p:txBody>
          <a:bodyPr/>
          <a:lstStyle>
            <a:lvl1pPr>
              <a:defRPr/>
            </a:lvl1pPr>
            <a:lvl2pPr>
              <a:defRPr/>
            </a:lvl2pPr>
            <a:lvl3pPr>
              <a:defRPr/>
            </a:lvl3pPr>
            <a:lvl4pPr>
              <a:defRPr/>
            </a:lvl4pPr>
            <a:lvl5pPr>
              <a:defRPr/>
            </a:lvl5pPr>
          </a:lstStyle>
          <a:p>
            <a:r>
              <a:rPr err="1"/>
              <a:t>幻灯片项目符号文本</a:t>
            </a:r>
            <a:endParaRPr/>
          </a:p>
          <a:p>
            <a:pPr lvl="1"/>
            <a:endParaRPr/>
          </a:p>
          <a:p>
            <a:pPr lvl="2"/>
            <a:endParaRPr/>
          </a:p>
          <a:p>
            <a:pPr lvl="3"/>
            <a:endParaRPr/>
          </a:p>
          <a:p>
            <a:pPr lvl="4"/>
            <a:endParaRPr/>
          </a:p>
        </p:txBody>
      </p:sp>
      <p:sp>
        <p:nvSpPr>
          <p:cNvPr id="19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表格">
    <p:spTree>
      <p:nvGrpSpPr>
        <p:cNvPr id="1" name=""/>
        <p:cNvGrpSpPr/>
        <p:nvPr/>
      </p:nvGrpSpPr>
      <p:grpSpPr>
        <a:xfrm>
          <a:off x="0" y="0"/>
          <a:ext cx="0" cy="0"/>
          <a:chOff x="0" y="0"/>
          <a:chExt cx="0" cy="0"/>
        </a:xfrm>
      </p:grpSpPr>
      <p:sp>
        <p:nvSpPr>
          <p:cNvPr id="3" name="内容占位符 9"/>
          <p:cNvSpPr>
            <a:spLocks noGrp="1"/>
          </p:cNvSpPr>
          <p:nvPr>
            <p:ph sz="quarter" idx="10" hasCustomPrompt="1"/>
          </p:nvPr>
        </p:nvSpPr>
        <p:spPr>
          <a:xfrm>
            <a:off x="394627" y="480947"/>
            <a:ext cx="10253133" cy="471716"/>
          </a:xfrm>
          <a:prstGeom prst="rect">
            <a:avLst/>
          </a:prstGeom>
        </p:spPr>
        <p:txBody>
          <a:bodyPr/>
          <a:lstStyle>
            <a:lvl1pPr marL="0" indent="0" algn="l">
              <a:buNone/>
              <a:defRPr sz="2665">
                <a:solidFill>
                  <a:schemeClr val="tx1"/>
                </a:solidFill>
                <a:latin typeface="Arial" panose="020B0604020202090204" pitchFamily="34" charset="0"/>
                <a:ea typeface="方正兰亭黑_GBK" panose="02000000000000000000" pitchFamily="2" charset="-122"/>
                <a:cs typeface="Arial" panose="020B0604020202090204" pitchFamily="34" charset="0"/>
              </a:defRPr>
            </a:lvl1pPr>
          </a:lstStyle>
          <a:p>
            <a:pPr>
              <a:defRPr/>
            </a:pPr>
            <a:r>
              <a:rPr kumimoji="1" lang="zh-CN" altLang="en-US" sz="2665" b="0">
                <a:solidFill>
                  <a:schemeClr val="tx1"/>
                </a:solidFill>
                <a:ea typeface="方正兰亭黑_GBK" panose="02000000000000000000" pitchFamily="2" charset="-122"/>
                <a:cs typeface="Arial" panose="020B0604020202090204" pitchFamily="34" charset="0"/>
              </a:rPr>
              <a:t>表格页</a:t>
            </a:r>
            <a:r>
              <a:rPr kumimoji="1" lang="en-US" altLang="zh-CN" sz="2665" b="0">
                <a:solidFill>
                  <a:schemeClr val="tx1"/>
                </a:solidFill>
                <a:ea typeface="方正兰亭黑_GBK" panose="02000000000000000000" pitchFamily="2" charset="-122"/>
                <a:cs typeface="Arial" panose="020B0604020202090204" pitchFamily="34" charset="0"/>
              </a:rPr>
              <a:t>Table slide</a:t>
            </a:r>
            <a:r>
              <a:rPr kumimoji="1" lang="zh-CN" altLang="en-US" sz="2665" b="0">
                <a:solidFill>
                  <a:schemeClr val="tx1"/>
                </a:solidFill>
                <a:ea typeface="方正兰亭黑_GBK" panose="02000000000000000000" pitchFamily="2" charset="-122"/>
                <a:cs typeface="Arial" panose="020B0604020202090204" pitchFamily="34" charset="0"/>
              </a:rPr>
              <a:t>（方正兰亭黑 </a:t>
            </a:r>
            <a:r>
              <a:rPr kumimoji="1" lang="en-US" altLang="zh-CN" sz="2665" b="0">
                <a:solidFill>
                  <a:schemeClr val="tx1"/>
                </a:solidFill>
                <a:ea typeface="方正兰亭黑_GBK" panose="02000000000000000000" pitchFamily="2" charset="-122"/>
                <a:cs typeface="Arial" panose="020B0604020202090204" pitchFamily="34" charset="0"/>
              </a:rPr>
              <a:t>Arial 20pt</a:t>
            </a:r>
            <a:r>
              <a:rPr kumimoji="1" lang="zh-CN" altLang="en-US" sz="2665" b="0">
                <a:solidFill>
                  <a:schemeClr val="tx1"/>
                </a:solidFill>
                <a:ea typeface="方正兰亭黑_GBK" panose="02000000000000000000" pitchFamily="2" charset="-122"/>
                <a:cs typeface="Arial" panose="020B0604020202090204" pitchFamily="34" charset="0"/>
              </a:rPr>
              <a:t>）</a:t>
            </a:r>
            <a:endParaRPr kumimoji="1" lang="en-GB" altLang="zh-CN" sz="2665" b="0">
              <a:solidFill>
                <a:schemeClr val="tx1"/>
              </a:solidFill>
              <a:ea typeface="方正兰亭黑_GBK" panose="02000000000000000000" pitchFamily="2" charset="-122"/>
              <a:cs typeface="Arial" panose="020B0604020202090204" pitchFamily="34" charset="0"/>
            </a:endParaRPr>
          </a:p>
        </p:txBody>
      </p:sp>
      <p:sp>
        <p:nvSpPr>
          <p:cNvPr id="7" name="文本框 5"/>
          <p:cNvSpPr txBox="1"/>
          <p:nvPr userDrawn="1"/>
        </p:nvSpPr>
        <p:spPr>
          <a:xfrm>
            <a:off x="440099" y="6216883"/>
            <a:ext cx="2774728" cy="426112"/>
          </a:xfrm>
          <a:prstGeom prst="rect">
            <a:avLst/>
          </a:prstGeom>
          <a:noFill/>
        </p:spPr>
        <p:txBody>
          <a:bodyPr wrap="square" lIns="96744" tIns="48372" rIns="96744" bIns="48372" rtlCol="0">
            <a:spAutoFit/>
          </a:bodyPr>
          <a:lstStyle/>
          <a:p>
            <a:pPr hangingPunct="1"/>
            <a:r>
              <a:rPr kumimoji="1" lang="zh-CN" altLang="en-US" sz="1065" kern="1200">
                <a:solidFill>
                  <a:prstClr val="white">
                    <a:lumMod val="50000"/>
                  </a:prstClr>
                </a:solidFill>
                <a:latin typeface="Arial" panose="020B0604020202090204" pitchFamily="34" charset="0"/>
                <a:ea typeface="方正兰亭黑_GBK" panose="02000000000000000000" pitchFamily="2" charset="-122"/>
                <a:cs typeface="Arial" panose="020B0604020202090204" pitchFamily="34" charset="0"/>
              </a:rPr>
              <a:t>部门或会议名称</a:t>
            </a:r>
            <a:endParaRPr kumimoji="1" lang="en-US" altLang="zh-CN" sz="1065" kern="1200">
              <a:solidFill>
                <a:prstClr val="white">
                  <a:lumMod val="50000"/>
                </a:prstClr>
              </a:solidFill>
              <a:latin typeface="Arial" panose="020B0604020202090204" pitchFamily="34" charset="0"/>
              <a:ea typeface="方正兰亭黑_GBK" panose="02000000000000000000" pitchFamily="2" charset="-122"/>
              <a:cs typeface="Arial" panose="020B0604020202090204" pitchFamily="34" charset="0"/>
            </a:endParaRPr>
          </a:p>
          <a:p>
            <a:pPr hangingPunct="1"/>
            <a:r>
              <a:rPr kumimoji="1" lang="en-US" altLang="zh-CN" sz="1065" kern="1200">
                <a:solidFill>
                  <a:prstClr val="white">
                    <a:lumMod val="50000"/>
                  </a:prstClr>
                </a:solidFill>
                <a:latin typeface="Arial" panose="020B0604020202090204" pitchFamily="34" charset="0"/>
                <a:ea typeface="方正兰亭黑_GBK" panose="02000000000000000000" pitchFamily="2" charset="-122"/>
                <a:cs typeface="Arial" panose="020B0604020202090204" pitchFamily="34" charset="0"/>
              </a:rPr>
              <a:t>Departments or Conference</a:t>
            </a:r>
          </a:p>
        </p:txBody>
      </p:sp>
      <p:sp>
        <p:nvSpPr>
          <p:cNvPr id="6" name="文本框 5"/>
          <p:cNvSpPr txBox="1"/>
          <p:nvPr userDrawn="1"/>
        </p:nvSpPr>
        <p:spPr>
          <a:xfrm>
            <a:off x="8959128" y="6381121"/>
            <a:ext cx="2844800" cy="276999"/>
          </a:xfrm>
          <a:prstGeom prst="rect">
            <a:avLst/>
          </a:prstGeom>
          <a:noFill/>
        </p:spPr>
        <p:txBody>
          <a:bodyPr wrap="square" rtlCol="0">
            <a:spAutoFit/>
          </a:bodyPr>
          <a:lstStyle/>
          <a:p>
            <a:pPr algn="r" hangingPunct="1"/>
            <a:fld id="{5C126D46-6A87-46AF-AC8C-83FAF8DC4810}" type="slidenum">
              <a:rPr lang="zh-CN" altLang="en-US" sz="1200" kern="1200" smtClean="0">
                <a:solidFill>
                  <a:prstClr val="white">
                    <a:lumMod val="50000"/>
                  </a:prstClr>
                </a:solidFill>
                <a:latin typeface="Arial" panose="020B0604020202090204" pitchFamily="34" charset="0"/>
                <a:ea typeface="汉仪雅酷黑-55W" panose="020B0504020202020204"/>
                <a:cs typeface="Arial" panose="020B0604020202090204" pitchFamily="34" charset="0"/>
              </a:rPr>
              <a:t>‹#›</a:t>
            </a:fld>
            <a:endParaRPr lang="zh-CN" altLang="en-US" sz="1200" kern="1200">
              <a:solidFill>
                <a:prstClr val="white">
                  <a:lumMod val="50000"/>
                </a:prstClr>
              </a:solidFill>
              <a:latin typeface="Arial" panose="020B0604020202090204" pitchFamily="34" charset="0"/>
              <a:ea typeface="汉仪雅酷黑-55W" panose="020B0504020202020204"/>
              <a:cs typeface="Arial" panose="020B0604020202090204" pitchFamily="34" charset="0"/>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760FBDFE-C587-4B4C-A407-44438C67B59E}" type="datetimeFigureOut">
              <a:rPr lang="zh-CN" altLang="en-US" smtClean="0"/>
              <a:t>2025/6/9</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lvl1pPr>
              <a:defRPr/>
            </a:lvl1pPr>
            <a:lvl2pPr>
              <a:defRPr/>
            </a:lvl2pPr>
            <a:lvl3pPr>
              <a:defRPr/>
            </a:lvl3pPr>
            <a:lvl4pPr>
              <a:defRPr/>
            </a:lvl4pPr>
            <a:lvl5pP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3868" y="0"/>
            <a:ext cx="12184264" cy="6858000"/>
          </a:xfrm>
          <a:prstGeom prst="rect">
            <a:avLst/>
          </a:prstGeom>
        </p:spPr>
      </p:pic>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1_标题和内容">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Laptop_mockup2">
    <p:spTree>
      <p:nvGrpSpPr>
        <p:cNvPr id="1" name=""/>
        <p:cNvGrpSpPr/>
        <p:nvPr/>
      </p:nvGrpSpPr>
      <p:grpSpPr>
        <a:xfrm>
          <a:off x="0" y="0"/>
          <a:ext cx="0" cy="0"/>
          <a:chOff x="0" y="0"/>
          <a:chExt cx="0" cy="0"/>
        </a:xfrm>
      </p:grpSpPr>
      <p:sp>
        <p:nvSpPr>
          <p:cNvPr id="15" name="Picture Placeholder 13"/>
          <p:cNvSpPr>
            <a:spLocks noGrp="1"/>
          </p:cNvSpPr>
          <p:nvPr>
            <p:ph type="pic" sz="quarter" idx="20"/>
          </p:nvPr>
        </p:nvSpPr>
        <p:spPr>
          <a:xfrm>
            <a:off x="6365963" y="1016304"/>
            <a:ext cx="4137675" cy="2606829"/>
          </a:xfrm>
          <a:prstGeom prst="rect">
            <a:avLst/>
          </a:prstGeom>
          <a:effectLst/>
        </p:spPr>
        <p:txBody>
          <a:bodyPr lIns="91404" tIns="45703" rIns="91404" bIns="45703">
            <a:normAutofit/>
          </a:bodyPr>
          <a:lstStyle>
            <a:lvl1pPr marL="0" indent="0">
              <a:buNone/>
              <a:defRPr sz="1300" b="0" i="0">
                <a:ln>
                  <a:noFill/>
                </a:ln>
                <a:solidFill>
                  <a:schemeClr val="bg1">
                    <a:lumMod val="85000"/>
                  </a:schemeClr>
                </a:solidFill>
                <a:latin typeface="Poppins Light" charset="0"/>
                <a:ea typeface="Poppins Light" charset="0"/>
                <a:cs typeface="Poppins Light" charset="0"/>
              </a:defRPr>
            </a:lvl1pPr>
          </a:lstStyle>
          <a:p>
            <a:endParaRPr 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8" name="页脚占位符 7"/>
          <p:cNvSpPr>
            <a:spLocks noGrp="1"/>
          </p:cNvSpPr>
          <p:nvPr>
            <p:ph type="ftr" sz="quarter" idx="11"/>
          </p:nvPr>
        </p:nvSpPr>
        <p:spPr/>
        <p:txBody>
          <a:bodyPr/>
          <a:lstStyle>
            <a:lvl1pPr>
              <a:defRPr/>
            </a:lvl1pPr>
          </a:lstStyle>
          <a:p>
            <a:endParaRPr kumimoji="1" lang="zh-CN" altLang="en-US"/>
          </a:p>
        </p:txBody>
      </p:sp>
      <p:sp>
        <p:nvSpPr>
          <p:cNvPr id="9" name="灯片编号占位符 8"/>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4" name="页脚占位符 3"/>
          <p:cNvSpPr>
            <a:spLocks noGrp="1"/>
          </p:cNvSpPr>
          <p:nvPr>
            <p:ph type="ftr" sz="quarter" idx="11"/>
          </p:nvPr>
        </p:nvSpPr>
        <p:spPr/>
        <p:txBody>
          <a:bodyPr/>
          <a:lstStyle>
            <a:lvl1pPr>
              <a:defRPr/>
            </a:lvl1pPr>
          </a:lstStyle>
          <a:p>
            <a:endParaRPr kumimoji="1" lang="zh-CN" altLang="en-US"/>
          </a:p>
        </p:txBody>
      </p:sp>
      <p:sp>
        <p:nvSpPr>
          <p:cNvPr id="5" name="灯片编号占位符 4"/>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3" name="页脚占位符 2"/>
          <p:cNvSpPr>
            <a:spLocks noGrp="1"/>
          </p:cNvSpPr>
          <p:nvPr>
            <p:ph type="ftr" sz="quarter" idx="11"/>
          </p:nvPr>
        </p:nvSpPr>
        <p:spPr/>
        <p:txBody>
          <a:bodyPr/>
          <a:lstStyle>
            <a:lvl1pPr>
              <a:defRPr/>
            </a:lvl1pPr>
          </a:lstStyle>
          <a:p>
            <a:endParaRPr kumimoji="1" lang="zh-CN" altLang="en-US"/>
          </a:p>
        </p:txBody>
      </p:sp>
      <p:sp>
        <p:nvSpPr>
          <p:cNvPr id="4" name="灯片编号占位符 3"/>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6" name="页脚占位符 5"/>
          <p:cNvSpPr>
            <a:spLocks noGrp="1"/>
          </p:cNvSpPr>
          <p:nvPr>
            <p:ph type="ftr" sz="quarter" idx="11"/>
          </p:nvPr>
        </p:nvSpPr>
        <p:spPr/>
        <p:txBody>
          <a:bodyPr/>
          <a:lstStyle>
            <a:lvl1pPr>
              <a:defRPr/>
            </a:lvl1pPr>
          </a:lstStyle>
          <a:p>
            <a:endParaRPr kumimoji="1" lang="zh-CN" altLang="en-US"/>
          </a:p>
        </p:txBody>
      </p:sp>
      <p:sp>
        <p:nvSpPr>
          <p:cNvPr id="7" name="灯片编号占位符 6"/>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lvl1pPr>
              <a:defRPr/>
            </a:lvl1pPr>
            <a:lvl2pPr>
              <a:defRPr/>
            </a:lvl2pPr>
            <a:lvl3pPr>
              <a:defRPr/>
            </a:lvl3pPr>
            <a:lvl4pPr>
              <a:defRPr/>
            </a:lvl4pPr>
            <a:lvl5pPr>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lvl1pPr>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11"/>
          </p:nvPr>
        </p:nvSpPr>
        <p:spPr/>
        <p:txBody>
          <a:bodyPr/>
          <a:lstStyle>
            <a:lvl1pPr>
              <a:defRPr/>
            </a:lvl1pPr>
          </a:lstStyle>
          <a:p>
            <a:endParaRPr kumimoji="1" lang="zh-CN" altLang="en-US"/>
          </a:p>
        </p:txBody>
      </p:sp>
      <p:sp>
        <p:nvSpPr>
          <p:cNvPr id="6" name="灯片编号占位符 5"/>
          <p:cNvSpPr>
            <a:spLocks noGrp="1"/>
          </p:cNvSpPr>
          <p:nvPr>
            <p:ph type="sldNum" sz="quarter" idx="12"/>
          </p:nvPr>
        </p:nvSpPr>
        <p:spPr/>
        <p:txBody>
          <a:bodyPr/>
          <a:lstStyle>
            <a:lvl1pPr>
              <a:defRPr/>
            </a:lvl1pPr>
          </a:lstStyle>
          <a:p>
            <a:fld id="{91572F6A-62C9-654B-B4FA-829311AE48DE}" type="slidenum">
              <a:rPr kumimoji="1" lang="zh-CN" altLang="en-US" smtClean="0"/>
              <a:t>‹#›</a:t>
            </a:fld>
            <a:endParaRPr kumimoji="1" lang="zh-CN" alt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正文页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b="0">
                <a:solidFill>
                  <a:schemeClr val="tx1"/>
                </a:solidFill>
              </a:defRPr>
            </a:lvl1pPr>
          </a:lstStyle>
          <a:p>
            <a:r>
              <a:rPr kumimoji="1" lang="zh-CN" altLang="en-US"/>
              <a:t>点击编辑标题</a:t>
            </a:r>
          </a:p>
        </p:txBody>
      </p:sp>
      <p:sp>
        <p:nvSpPr>
          <p:cNvPr id="9" name="Content Placeholder 2"/>
          <p:cNvSpPr>
            <a:spLocks noGrp="1"/>
          </p:cNvSpPr>
          <p:nvPr>
            <p:ph idx="1" hasCustomPrompt="1"/>
          </p:nvPr>
        </p:nvSpPr>
        <p:spPr>
          <a:xfrm>
            <a:off x="519464" y="1281550"/>
            <a:ext cx="10961336" cy="4949917"/>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stStyle>
          <a:p>
            <a:pPr lvl="0"/>
            <a:r>
              <a:rPr lang="zh-CN" altLang="en-US"/>
              <a:t>点击编辑正文及添加图表及视频等</a:t>
            </a:r>
            <a:endParaRPr lang="en-US"/>
          </a:p>
        </p:txBody>
      </p:sp>
      <p:sp>
        <p:nvSpPr>
          <p:cNvPr id="7"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正文页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Picture Placeholder 2"/>
          <p:cNvSpPr>
            <a:spLocks noGrp="1"/>
          </p:cNvSpPr>
          <p:nvPr>
            <p:ph type="pic" idx="10" hasCustomPrompt="1"/>
          </p:nvPr>
        </p:nvSpPr>
        <p:spPr>
          <a:xfrm>
            <a:off x="1104846" y="1478577"/>
            <a:ext cx="3837985" cy="4873625"/>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点击添加图片</a:t>
            </a:r>
            <a:endParaRPr lang="en-US"/>
          </a:p>
        </p:txBody>
      </p:sp>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a:solidFill>
                  <a:schemeClr val="tx1"/>
                </a:solidFill>
              </a:defRPr>
            </a:lvl1pPr>
          </a:lstStyle>
          <a:p>
            <a:r>
              <a:rPr kumimoji="1" lang="zh-CN" altLang="en-US"/>
              <a:t>点击编辑标题</a:t>
            </a:r>
          </a:p>
        </p:txBody>
      </p:sp>
      <p:sp>
        <p:nvSpPr>
          <p:cNvPr id="7" name="Content Placeholder 2"/>
          <p:cNvSpPr>
            <a:spLocks noGrp="1"/>
          </p:cNvSpPr>
          <p:nvPr>
            <p:ph sz="half" idx="1" hasCustomPrompt="1"/>
          </p:nvPr>
        </p:nvSpPr>
        <p:spPr>
          <a:xfrm>
            <a:off x="5147733" y="2151663"/>
            <a:ext cx="5181600" cy="4200539"/>
          </a:xfrm>
          <a:prstGeom prst="rect">
            <a:avLst/>
          </a:prstGeom>
        </p:spPr>
        <p:txBody>
          <a:bodyPr/>
          <a:lstStyle>
            <a:lvl1pPr>
              <a:defRPr sz="2400">
                <a:solidFill>
                  <a:schemeClr val="tx1"/>
                </a:solidFill>
                <a:latin typeface="微软雅黑" panose="020B0503020204020204" charset="-122"/>
                <a:ea typeface="汉仪雅酷黑-55W" panose="020B0504020202020204"/>
                <a:cs typeface="汉仪雅酷黑-55W" panose="020B0504020202020204"/>
              </a:defRPr>
            </a:lvl1pPr>
          </a:lstStyle>
          <a:p>
            <a:pPr lvl="0"/>
            <a:r>
              <a:rPr lang="zh-CN" altLang="en-US"/>
              <a:t> 点击编辑正文</a:t>
            </a:r>
            <a:endParaRPr lang="en-US" altLang="zh-CN"/>
          </a:p>
        </p:txBody>
      </p:sp>
      <p:sp>
        <p:nvSpPr>
          <p:cNvPr id="12"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图片页">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3" y="0"/>
            <a:ext cx="12187413" cy="6855420"/>
          </a:xfrm>
          <a:prstGeom prst="rect">
            <a:avLst/>
          </a:prstGeom>
        </p:spPr>
      </p:pic>
      <p:sp>
        <p:nvSpPr>
          <p:cNvPr id="6" name="Text Placeholder 5"/>
          <p:cNvSpPr>
            <a:spLocks noGrp="1"/>
          </p:cNvSpPr>
          <p:nvPr>
            <p:ph type="body" sz="quarter" idx="13" hasCustomPrompt="1"/>
          </p:nvPr>
        </p:nvSpPr>
        <p:spPr>
          <a:xfrm>
            <a:off x="672107" y="5479195"/>
            <a:ext cx="10847786" cy="431711"/>
          </a:xfrm>
          <a:prstGeom prst="rect">
            <a:avLst/>
          </a:prstGeom>
        </p:spPr>
        <p:txBody>
          <a:bodyPr anchor="ctr"/>
          <a:lstStyle>
            <a:lvl1pPr marL="0" indent="0" algn="ctr">
              <a:buNone/>
              <a:defRPr sz="2800">
                <a:solidFill>
                  <a:schemeClr val="tx1"/>
                </a:solidFill>
                <a:latin typeface="微软雅黑" panose="020B0503020204020204" charset="-122"/>
                <a:ea typeface="汉仪雅酷黑-55W" panose="020B0504020202020204"/>
                <a:cs typeface="汉仪雅酷黑-55W" panose="020B0504020202020204"/>
              </a:defRPr>
            </a:lvl1pPr>
          </a:lstStyle>
          <a:p>
            <a:pPr algn="ctr"/>
            <a:r>
              <a:rPr kumimoji="1" lang="zh-CN" altLang="en-US" sz="3200"/>
              <a:t>点击编辑内容</a:t>
            </a:r>
          </a:p>
        </p:txBody>
      </p:sp>
      <p:sp>
        <p:nvSpPr>
          <p:cNvPr id="5" name="Picture Placeholder 2"/>
          <p:cNvSpPr>
            <a:spLocks noGrp="1"/>
          </p:cNvSpPr>
          <p:nvPr>
            <p:ph type="pic" idx="10" hasCustomPrompt="1"/>
          </p:nvPr>
        </p:nvSpPr>
        <p:spPr>
          <a:xfrm>
            <a:off x="519465" y="1452425"/>
            <a:ext cx="11000428" cy="3302455"/>
          </a:xfrm>
          <a:prstGeom prst="rect">
            <a:avLst/>
          </a:prstGeom>
        </p:spPr>
        <p:txBody>
          <a:bodyPr/>
          <a:lstStyle>
            <a:lvl1pPr marL="0" indent="0">
              <a:buNone/>
              <a:defRPr sz="1500">
                <a:solidFill>
                  <a:schemeClr val="tx1"/>
                </a:solidFill>
                <a:latin typeface="微软雅黑" panose="020B0503020204020204" charset="-122"/>
                <a:ea typeface="汉仪雅酷黑-55W" panose="020B0504020202020204"/>
                <a:cs typeface="汉仪雅酷黑-55W" panose="020B050402020202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点击添加图片</a:t>
            </a:r>
            <a:endParaRPr lang="en-US"/>
          </a:p>
        </p:txBody>
      </p:sp>
      <p:sp>
        <p:nvSpPr>
          <p:cNvPr id="8" name="Title 7"/>
          <p:cNvSpPr>
            <a:spLocks noGrp="1"/>
          </p:cNvSpPr>
          <p:nvPr>
            <p:ph type="title" hasCustomPrompt="1"/>
          </p:nvPr>
        </p:nvSpPr>
        <p:spPr>
          <a:xfrm>
            <a:off x="519464" y="477065"/>
            <a:ext cx="9809869" cy="498295"/>
          </a:xfrm>
          <a:prstGeom prst="rect">
            <a:avLst/>
          </a:prstGeom>
        </p:spPr>
        <p:txBody>
          <a:bodyPr/>
          <a:lstStyle>
            <a:lvl1pPr algn="l">
              <a:defRPr sz="2800">
                <a:solidFill>
                  <a:schemeClr val="tx1"/>
                </a:solidFill>
              </a:defRPr>
            </a:lvl1pPr>
          </a:lstStyle>
          <a:p>
            <a:r>
              <a:rPr kumimoji="1" lang="zh-CN" altLang="en-US"/>
              <a:t>点击编辑标题</a:t>
            </a:r>
          </a:p>
        </p:txBody>
      </p:sp>
      <p:sp>
        <p:nvSpPr>
          <p:cNvPr id="9" name="Slide Number Placeholder 5"/>
          <p:cNvSpPr>
            <a:spLocks noGrp="1"/>
          </p:cNvSpPr>
          <p:nvPr>
            <p:ph type="sldNum" sz="quarter" idx="12"/>
          </p:nvPr>
        </p:nvSpPr>
        <p:spPr>
          <a:xfrm>
            <a:off x="8737600" y="6360881"/>
            <a:ext cx="2743200" cy="365125"/>
          </a:xfrm>
          <a:prstGeom prst="rect">
            <a:avLst/>
          </a:prstGeom>
        </p:spPr>
        <p:txBody>
          <a:bodyPr/>
          <a:lstStyle>
            <a:lvl1pPr algn="r">
              <a:defRPr b="0" i="0">
                <a:solidFill>
                  <a:schemeClr val="accent6">
                    <a:lumMod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9548"/>
          </a:xfrm>
          <a:prstGeom prst="rect">
            <a:avLst/>
          </a:prstGeom>
        </p:spPr>
      </p:pic>
      <p:sp>
        <p:nvSpPr>
          <p:cNvPr id="5" name="TextBox 2"/>
          <p:cNvSpPr txBox="1"/>
          <p:nvPr userDrawn="1"/>
        </p:nvSpPr>
        <p:spPr>
          <a:xfrm>
            <a:off x="3840223" y="2656141"/>
            <a:ext cx="2051291" cy="923330"/>
          </a:xfrm>
          <a:prstGeom prst="rect">
            <a:avLst/>
          </a:prstGeom>
          <a:noFill/>
        </p:spPr>
        <p:txBody>
          <a:bodyPr wrap="square" rtlCol="0">
            <a:spAutoFit/>
          </a:bodyPr>
          <a:lstStyle/>
          <a:p>
            <a:r>
              <a:rPr kumimoji="1" lang="zh-CN" altLang="en-US" sz="5400">
                <a:solidFill>
                  <a:schemeClr val="tx1"/>
                </a:solidFill>
                <a:latin typeface="微软雅黑" panose="020B0503020204020204" charset="-122"/>
                <a:ea typeface="汉仪雅酷黑-55W" panose="020B0504020202020204"/>
                <a:cs typeface="微软雅黑" panose="020B0503020204020204" charset="-122"/>
              </a:rPr>
              <a:t>谢谢！</a:t>
            </a: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4" name="标题占位符 1"/>
          <p:cNvSpPr>
            <a:spLocks noGrp="1"/>
          </p:cNvSpPr>
          <p:nvPr>
            <p:ph type="title"/>
          </p:nvPr>
        </p:nvSpPr>
        <p:spPr>
          <a:xfrm>
            <a:off x="173889" y="137855"/>
            <a:ext cx="8640960" cy="490066"/>
          </a:xfrm>
          <a:prstGeom prst="rect">
            <a:avLst/>
          </a:prstGeom>
        </p:spPr>
        <p:txBody>
          <a:bodyPr vert="horz" lIns="91440" tIns="45720" rIns="91440" bIns="45720" rtlCol="0" anchor="ctr">
            <a:noAutofit/>
          </a:bodyPr>
          <a:lstStyle/>
          <a:p>
            <a:endParaRPr lang="zh-CN" alt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3_Custom Layout">
    <p:spTree>
      <p:nvGrpSpPr>
        <p:cNvPr id="1" name=""/>
        <p:cNvGrpSpPr/>
        <p:nvPr/>
      </p:nvGrpSpPr>
      <p:grpSpPr>
        <a:xfrm>
          <a:off x="0" y="0"/>
          <a:ext cx="0" cy="0"/>
          <a:chOff x="0" y="0"/>
          <a:chExt cx="0" cy="0"/>
        </a:xfrm>
      </p:grpSpPr>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flipH="1">
            <a:off x="2502" y="6721475"/>
            <a:ext cx="12192671" cy="117949"/>
          </a:xfrm>
          <a:prstGeom prst="rect">
            <a:avLst/>
          </a:prstGeom>
          <a:solidFill>
            <a:srgbClr val="008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latin typeface="HYQiHei-60S" panose="00020600040101010101" pitchFamily="18" charset="-122"/>
              <a:ea typeface="汉仪雅酷黑-55W" panose="020B0504020202020204"/>
            </a:endParaRPr>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コンテンツスライド（白）　">
    <p:spTree>
      <p:nvGrpSpPr>
        <p:cNvPr id="1" name=""/>
        <p:cNvGrpSpPr/>
        <p:nvPr/>
      </p:nvGrpSpPr>
      <p:grpSpPr>
        <a:xfrm>
          <a:off x="0" y="0"/>
          <a:ext cx="0" cy="0"/>
          <a:chOff x="0" y="0"/>
          <a:chExt cx="0" cy="0"/>
        </a:xfrm>
      </p:grpSpPr>
      <p:sp>
        <p:nvSpPr>
          <p:cNvPr id="9" name="コンテンツ プレースホルダー 8"/>
          <p:cNvSpPr>
            <a:spLocks noGrp="1"/>
          </p:cNvSpPr>
          <p:nvPr>
            <p:ph sz="quarter" idx="16" hasCustomPrompt="1"/>
          </p:nvPr>
        </p:nvSpPr>
        <p:spPr>
          <a:xfrm>
            <a:off x="431800" y="1295640"/>
            <a:ext cx="11423650" cy="4166372"/>
          </a:xfrm>
        </p:spPr>
        <p:txBody>
          <a:bodyPr>
            <a:normAutofit/>
          </a:bodyPr>
          <a:lstStyle>
            <a:lvl1pPr>
              <a:defRPr sz="2135">
                <a:solidFill>
                  <a:schemeClr val="tx1">
                    <a:lumMod val="75000"/>
                    <a:lumOff val="25000"/>
                  </a:schemeClr>
                </a:solidFill>
                <a:latin typeface="微软雅黑" panose="020B0503020204020204" charset="-122"/>
                <a:ea typeface="汉仪雅酷黑-55W" panose="020B0504020202020204"/>
              </a:defRPr>
            </a:lvl1pPr>
            <a:lvl2pPr>
              <a:defRPr sz="2135">
                <a:solidFill>
                  <a:schemeClr val="tx1">
                    <a:lumMod val="75000"/>
                    <a:lumOff val="25000"/>
                  </a:schemeClr>
                </a:solidFill>
                <a:latin typeface="微软雅黑" panose="020B0503020204020204" charset="-122"/>
                <a:ea typeface="汉仪雅酷黑-55W" panose="020B0504020202020204"/>
              </a:defRPr>
            </a:lvl2pPr>
            <a:lvl3pPr>
              <a:defRPr sz="2135">
                <a:solidFill>
                  <a:schemeClr val="tx1">
                    <a:lumMod val="75000"/>
                    <a:lumOff val="25000"/>
                  </a:schemeClr>
                </a:solidFill>
                <a:latin typeface="微软雅黑" panose="020B0503020204020204" charset="-122"/>
                <a:ea typeface="汉仪雅酷黑-55W" panose="020B0504020202020204"/>
              </a:defRPr>
            </a:lvl3pPr>
            <a:lvl4pPr>
              <a:defRPr sz="2135">
                <a:solidFill>
                  <a:schemeClr val="tx1">
                    <a:lumMod val="75000"/>
                    <a:lumOff val="25000"/>
                  </a:schemeClr>
                </a:solidFill>
                <a:latin typeface="微软雅黑" panose="020B0503020204020204" charset="-122"/>
                <a:ea typeface="汉仪雅酷黑-55W" panose="020B0504020202020204"/>
              </a:defRPr>
            </a:lvl4pPr>
            <a:lvl5pPr>
              <a:defRPr sz="2135">
                <a:solidFill>
                  <a:schemeClr val="tx1">
                    <a:lumMod val="75000"/>
                    <a:lumOff val="25000"/>
                  </a:schemeClr>
                </a:solidFill>
                <a:latin typeface="微软雅黑" panose="020B0503020204020204" charset="-122"/>
                <a:ea typeface="汉仪雅酷黑-55W" panose="020B0504020202020204"/>
              </a:defRPr>
            </a:lvl5pPr>
          </a:lstStyle>
          <a:p>
            <a:pPr lvl="0"/>
            <a:r>
              <a:rPr kumimoji="1" lang="zh-CN" altLang="en-US"/>
              <a:t>正文母版的格式设定</a:t>
            </a:r>
            <a:endParaRPr kumimoji="1" lang="ja-JP" altLang="en-US"/>
          </a:p>
          <a:p>
            <a:pPr lvl="1"/>
            <a:r>
              <a:rPr kumimoji="1" lang="ja-JP" altLang="en-US"/>
              <a:t>第</a:t>
            </a:r>
            <a:r>
              <a:rPr kumimoji="1" lang="en-US" altLang="ja-JP"/>
              <a:t>2</a:t>
            </a:r>
            <a:r>
              <a:rPr kumimoji="1" lang="ja-JP" altLang="en-US"/>
              <a:t>级</a:t>
            </a:r>
          </a:p>
          <a:p>
            <a:pPr lvl="2"/>
            <a:r>
              <a:rPr kumimoji="1" lang="ja-JP" altLang="en-US"/>
              <a:t>第</a:t>
            </a:r>
            <a:r>
              <a:rPr kumimoji="1" lang="en-US" altLang="zh-CN"/>
              <a:t>3</a:t>
            </a:r>
            <a:r>
              <a:rPr kumimoji="1" lang="ja-JP" altLang="en-US"/>
              <a:t>级</a:t>
            </a:r>
          </a:p>
          <a:p>
            <a:pPr lvl="3"/>
            <a:r>
              <a:rPr kumimoji="1" lang="ja-JP" altLang="en-US"/>
              <a:t>第</a:t>
            </a:r>
            <a:r>
              <a:rPr kumimoji="1" lang="en-US" altLang="ja-JP"/>
              <a:t>4</a:t>
            </a:r>
            <a:r>
              <a:rPr kumimoji="1" lang="ja-JP" altLang="en-US"/>
              <a:t>级</a:t>
            </a:r>
          </a:p>
          <a:p>
            <a:pPr lvl="4"/>
            <a:r>
              <a:rPr kumimoji="1" lang="ja-JP" altLang="en-US"/>
              <a:t>第</a:t>
            </a:r>
            <a:r>
              <a:rPr kumimoji="1" lang="en-US" altLang="ja-JP"/>
              <a:t>5</a:t>
            </a:r>
            <a:r>
              <a:rPr kumimoji="1" lang="ja-JP" altLang="en-US"/>
              <a:t>级</a:t>
            </a:r>
          </a:p>
        </p:txBody>
      </p:sp>
      <p:sp>
        <p:nvSpPr>
          <p:cNvPr id="2" name="タイトル 1"/>
          <p:cNvSpPr>
            <a:spLocks noGrp="1"/>
          </p:cNvSpPr>
          <p:nvPr>
            <p:ph type="title" hasCustomPrompt="1"/>
          </p:nvPr>
        </p:nvSpPr>
        <p:spPr>
          <a:xfrm>
            <a:off x="440267" y="427773"/>
            <a:ext cx="11434233" cy="455760"/>
          </a:xfrm>
        </p:spPr>
        <p:txBody>
          <a:bodyPr>
            <a:normAutofit/>
          </a:bodyPr>
          <a:lstStyle>
            <a:lvl1pPr>
              <a:defRPr sz="2665">
                <a:solidFill>
                  <a:schemeClr val="tx1">
                    <a:lumMod val="75000"/>
                    <a:lumOff val="25000"/>
                  </a:schemeClr>
                </a:solidFill>
              </a:defRPr>
            </a:lvl1pPr>
          </a:lstStyle>
          <a:p>
            <a:r>
              <a:rPr kumimoji="1" lang="ja-JP" altLang="en-US"/>
              <a:t>内容标题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Text Placeholder 2"/>
          <p:cNvSpPr txBox="1"/>
          <p:nvPr userDrawn="1"/>
        </p:nvSpPr>
        <p:spPr>
          <a:xfrm>
            <a:off x="7013119" y="5445702"/>
            <a:ext cx="4206315" cy="645925"/>
          </a:xfrm>
          <a:prstGeom prst="rect">
            <a:avLst/>
          </a:prstGeom>
        </p:spPr>
        <p:txBody>
          <a:bodyPr/>
          <a:lstStyle>
            <a:lvl1pPr marL="0" indent="0" algn="l" defTabSz="914400" rtl="0" eaLnBrk="1" latinLnBrk="0" hangingPunct="1">
              <a:lnSpc>
                <a:spcPct val="90000"/>
              </a:lnSpc>
              <a:spcBef>
                <a:spcPts val="1000"/>
              </a:spcBef>
              <a:buFont typeface="Arial"/>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r"/>
            <a:endParaRPr lang="en-US" sz="2300">
              <a:solidFill>
                <a:srgbClr val="328CCF"/>
              </a:solidFill>
              <a:latin typeface="微软雅黑" panose="020B0503020204020204" charset="-122"/>
              <a:ea typeface="汉仪雅酷黑-55W" panose="020B0504020202020204"/>
              <a:cs typeface="微软雅黑" panose="020B0503020204020204" charset="-122"/>
            </a:endParaRPr>
          </a:p>
        </p:txBody>
      </p:sp>
      <p:sp>
        <p:nvSpPr>
          <p:cNvPr id="13" name="Text Placeholder 12"/>
          <p:cNvSpPr>
            <a:spLocks noGrp="1"/>
          </p:cNvSpPr>
          <p:nvPr>
            <p:ph type="body" sz="quarter" idx="10" hasCustomPrompt="1"/>
          </p:nvPr>
        </p:nvSpPr>
        <p:spPr>
          <a:xfrm>
            <a:off x="8641334" y="5473225"/>
            <a:ext cx="2578100" cy="646113"/>
          </a:xfrm>
          <a:prstGeom prst="rect">
            <a:avLst/>
          </a:prstGeom>
        </p:spPr>
        <p:txBody>
          <a:bodyPr anchor="ctr"/>
          <a:lstStyle>
            <a:lvl1pPr marL="0" indent="0" algn="r">
              <a:buNone/>
              <a:defRPr>
                <a:solidFill>
                  <a:srgbClr val="328CCF"/>
                </a:solidFill>
                <a:latin typeface="微软雅黑" panose="020B0503020204020204" charset="-122"/>
                <a:ea typeface="汉仪雅酷黑-55W" panose="020B0504020202020204"/>
                <a:cs typeface="汉仪雅酷黑-55W" panose="020B0504020202020204"/>
              </a:defRPr>
            </a:lvl1pPr>
          </a:lstStyle>
          <a:p>
            <a:pPr lvl="0"/>
            <a:r>
              <a:rPr kumimoji="1" lang="zh-CN" altLang="en-US"/>
              <a:t>部门以及日期</a:t>
            </a:r>
          </a:p>
        </p:txBody>
      </p:sp>
      <p:sp>
        <p:nvSpPr>
          <p:cNvPr id="16" name="Text Placeholder 12"/>
          <p:cNvSpPr>
            <a:spLocks noGrp="1"/>
          </p:cNvSpPr>
          <p:nvPr>
            <p:ph type="body" sz="quarter" idx="12" hasCustomPrompt="1"/>
          </p:nvPr>
        </p:nvSpPr>
        <p:spPr>
          <a:xfrm>
            <a:off x="5289171" y="4439978"/>
            <a:ext cx="5886543" cy="972207"/>
          </a:xfrm>
          <a:prstGeom prst="rect">
            <a:avLst/>
          </a:prstGeom>
        </p:spPr>
        <p:txBody>
          <a:bodyPr anchor="ctr"/>
          <a:lstStyle>
            <a:lvl1pPr marL="0" indent="0" algn="r">
              <a:buNone/>
              <a:defRPr sz="4800" b="1">
                <a:solidFill>
                  <a:srgbClr val="328CCF"/>
                </a:solidFill>
                <a:latin typeface="微软雅黑" panose="020B0503020204020204" charset="-122"/>
                <a:ea typeface="汉仪雅酷黑-55W" panose="020B0504020202020204"/>
                <a:cs typeface="汉仪雅酷黑-55W" panose="020B0504020202020204"/>
              </a:defRPr>
            </a:lvl1pPr>
          </a:lstStyle>
          <a:p>
            <a:pPr lvl="0"/>
            <a:r>
              <a:rPr kumimoji="1" lang="zh-CN" altLang="en-US"/>
              <a:t>点击编辑标题</a:t>
            </a:r>
          </a:p>
        </p:txBody>
      </p:sp>
      <p:sp>
        <p:nvSpPr>
          <p:cNvPr id="6" name="Slide Number Placeholder 5"/>
          <p:cNvSpPr>
            <a:spLocks noGrp="1"/>
          </p:cNvSpPr>
          <p:nvPr>
            <p:ph type="sldNum" sz="quarter" idx="13"/>
          </p:nvPr>
        </p:nvSpPr>
        <p:spPr>
          <a:xfrm>
            <a:off x="8737600" y="6360881"/>
            <a:ext cx="2743200" cy="365125"/>
          </a:xfrm>
          <a:prstGeom prst="rect">
            <a:avLst/>
          </a:prstGeom>
        </p:spPr>
        <p:txBody>
          <a:bodyPr/>
          <a:lstStyle>
            <a:lvl1pPr algn="r">
              <a:defRPr b="0" i="0">
                <a:solidFill>
                  <a:schemeClr val="bg2">
                    <a:lumMod val="50000"/>
                    <a:lumOff val="50000"/>
                  </a:schemeClr>
                </a:solidFill>
                <a:latin typeface="Calibri Light" panose="020F0702030404030204" charset="0"/>
                <a:ea typeface="Calibri Light" panose="020F0702030404030204" charset="0"/>
                <a:cs typeface="Calibri Light" panose="020F0702030404030204" charset="0"/>
              </a:defRPr>
            </a:lvl1pPr>
          </a:lstStyle>
          <a:p>
            <a:fld id="{E8BAC4AD-C5B8-2442-A895-E44E927C6D50}" type="slidenum">
              <a:rPr kumimoji="1" lang="zh-CN" altLang="en-US" smtClean="0"/>
              <a:t>‹#›</a:t>
            </a:fld>
            <a:endParaRPr kumimoji="1" lang="zh-CN" altLang="en-US"/>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Big Picture">
    <p:spTree>
      <p:nvGrpSpPr>
        <p:cNvPr id="1" name=""/>
        <p:cNvGrpSpPr/>
        <p:nvPr/>
      </p:nvGrpSpPr>
      <p:grpSpPr>
        <a:xfrm>
          <a:off x="0" y="0"/>
          <a:ext cx="0" cy="0"/>
          <a:chOff x="0" y="0"/>
          <a:chExt cx="0" cy="0"/>
        </a:xfrm>
      </p:grpSpPr>
      <p:sp>
        <p:nvSpPr>
          <p:cNvPr id="2" name="Picture Placeholder 13"/>
          <p:cNvSpPr>
            <a:spLocks noGrp="1"/>
          </p:cNvSpPr>
          <p:nvPr>
            <p:ph type="pic" sz="quarter" idx="13"/>
          </p:nvPr>
        </p:nvSpPr>
        <p:spPr>
          <a:xfrm>
            <a:off x="0" y="0"/>
            <a:ext cx="12192000" cy="6858000"/>
          </a:xfrm>
          <a:prstGeom prst="rect">
            <a:avLst/>
          </a:prstGeo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2000">
        <p15:prstTrans prst="curtains"/>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4="http://schemas.microsoft.com/office/powerpoint/2010/main" xmlns:p159="http://schemas.microsoft.com/office/powerpoint/2015/09/main">
      <p:transition spd="slow" advTm="2000">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191" name="幻灯片标题"/>
          <p:cNvSpPr txBox="1">
            <a:spLocks noGrp="1"/>
          </p:cNvSpPr>
          <p:nvPr>
            <p:ph type="title" hasCustomPrompt="1"/>
          </p:nvPr>
        </p:nvSpPr>
        <p:spPr>
          <a:prstGeom prst="rect">
            <a:avLst/>
          </a:prstGeom>
        </p:spPr>
        <p:txBody>
          <a:bodyPr/>
          <a:lstStyle/>
          <a:p>
            <a:r>
              <a:t>幻灯片标题</a:t>
            </a:r>
          </a:p>
        </p:txBody>
      </p:sp>
      <p:sp>
        <p:nvSpPr>
          <p:cNvPr id="192" name="幻灯片副标题"/>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726440">
              <a:lnSpc>
                <a:spcPct val="100000"/>
              </a:lnSpc>
              <a:spcBef>
                <a:spcPct val="0"/>
              </a:spcBef>
              <a:buSzTx/>
              <a:buNone/>
              <a:defRPr sz="2420" b="1"/>
            </a:lvl1pPr>
          </a:lstStyle>
          <a:p>
            <a:r>
              <a:rPr err="1"/>
              <a:t>幻灯片副标题</a:t>
            </a:r>
            <a:endParaRPr/>
          </a:p>
        </p:txBody>
      </p:sp>
      <p:sp>
        <p:nvSpPr>
          <p:cNvPr id="193" name="正文级别 1…"/>
          <p:cNvSpPr txBox="1">
            <a:spLocks noGrp="1"/>
          </p:cNvSpPr>
          <p:nvPr>
            <p:ph type="body" idx="1" hasCustomPrompt="1"/>
          </p:nvPr>
        </p:nvSpPr>
        <p:spPr>
          <a:prstGeom prst="rect">
            <a:avLst/>
          </a:prstGeom>
        </p:spPr>
        <p:txBody>
          <a:bodyPr/>
          <a:lstStyle>
            <a:lvl1pPr>
              <a:defRPr/>
            </a:lvl1pPr>
            <a:lvl2pPr>
              <a:defRPr/>
            </a:lvl2pPr>
            <a:lvl3pPr>
              <a:defRPr/>
            </a:lvl3pPr>
            <a:lvl4pPr>
              <a:defRPr/>
            </a:lvl4pPr>
            <a:lvl5pPr>
              <a:defRPr/>
            </a:lvl5pPr>
          </a:lstStyle>
          <a:p>
            <a:r>
              <a:rPr err="1"/>
              <a:t>幻灯片项目符号文本</a:t>
            </a:r>
            <a:endParaRPr/>
          </a:p>
          <a:p>
            <a:pPr lvl="1"/>
            <a:endParaRPr/>
          </a:p>
          <a:p>
            <a:pPr lvl="2"/>
            <a:endParaRPr/>
          </a:p>
          <a:p>
            <a:pPr lvl="3"/>
            <a:endParaRPr/>
          </a:p>
          <a:p>
            <a:pPr lvl="4"/>
            <a:endParaRPr/>
          </a:p>
        </p:txBody>
      </p:sp>
      <p:sp>
        <p:nvSpPr>
          <p:cNvPr id="19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a:p>
        </p:txBody>
      </p:sp>
    </p:spTree>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5181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jpe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theme" Target="../theme/theme2.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image" Target="../media/image2.jpeg"/><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YQiHei-60S" panose="00020600040101010101" pitchFamily="18" charset="-122"/>
                <a:ea typeface="汉仪雅酷黑-55W" panose="020B0504020202020204"/>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YQiHei-60S" panose="00020600040101010101" pitchFamily="18" charset="-122"/>
                <a:ea typeface="汉仪雅酷黑-55W" panose="020B0504020202020204"/>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YQiHei-60S" panose="00020600040101010101" pitchFamily="18" charset="-122"/>
                <a:ea typeface="汉仪雅酷黑-55W" panose="020B0504020202020204"/>
              </a:defRPr>
            </a:lvl1pPr>
          </a:lstStyle>
          <a:p>
            <a:fld id="{91572F6A-62C9-654B-B4FA-829311AE48DE}" type="slidenum">
              <a:rPr kumimoji="1" lang="zh-CN" altLang="en-US" smtClean="0"/>
              <a:t>‹#›</a:t>
            </a:fld>
            <a:endParaRPr kumimoji="1" lang="zh-CN" altLang="en-US"/>
          </a:p>
        </p:txBody>
      </p:sp>
      <p:pic>
        <p:nvPicPr>
          <p:cNvPr id="7" name="图片 6"/>
          <p:cNvPicPr>
            <a:picLocks noChangeAspect="1"/>
          </p:cNvPicPr>
          <p:nvPr userDrawn="1"/>
        </p:nvPicPr>
        <p:blipFill>
          <a:blip r:embed="rId34" cstate="screen">
            <a:extLst>
              <a:ext uri="{28A0092B-C50C-407E-A947-70E740481C1C}">
                <a14:useLocalDpi xmlns:a14="http://schemas.microsoft.com/office/drawing/2010/main"/>
              </a:ext>
            </a:extLst>
          </a:blip>
          <a:srcRect/>
          <a:stretch>
            <a:fillRect/>
          </a:stretch>
        </p:blipFill>
        <p:spPr>
          <a:xfrm>
            <a:off x="11330916" y="105463"/>
            <a:ext cx="861084" cy="575574"/>
          </a:xfrm>
          <a:prstGeom prst="rect">
            <a:avLst/>
          </a:prstGeom>
        </p:spPr>
      </p:pic>
      <p:pic>
        <p:nvPicPr>
          <p:cNvPr id="8" name="图片 7"/>
          <p:cNvPicPr>
            <a:picLocks noChangeAspect="1"/>
          </p:cNvPicPr>
          <p:nvPr userDrawn="1"/>
        </p:nvPicPr>
        <p:blipFill>
          <a:blip r:embed="rId35"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矩形 8"/>
          <p:cNvSpPr/>
          <p:nvPr userDrawn="1"/>
        </p:nvSpPr>
        <p:spPr>
          <a:xfrm>
            <a:off x="123569" y="172994"/>
            <a:ext cx="527596" cy="10873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HYQiHei-60S" panose="00020600040101010101" pitchFamily="18" charset="-122"/>
              <a:ea typeface="汉仪雅酷黑-55W" panose="020B05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HYQiHei-60S" panose="00020600040101010101" pitchFamily="18" charset="-122"/>
          <a:ea typeface="汉仪雅酷黑-55W" panose="020B0504020202020204"/>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HYQiHei-60S" panose="00020600040101010101" pitchFamily="18" charset="-122"/>
          <a:ea typeface="汉仪雅酷黑-55W" panose="020B0504020202020204"/>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HYQiHei-60S" panose="00020600040101010101" pitchFamily="18" charset="-122"/>
          <a:ea typeface="汉仪雅酷黑-55W" panose="020B0504020202020204"/>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HYQiHei-60S" panose="00020600040101010101" pitchFamily="18" charset="-122"/>
          <a:ea typeface="汉仪雅酷黑-55W" panose="020B0504020202020204"/>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HYQiHei-60S" panose="00020600040101010101" pitchFamily="18" charset="-122"/>
          <a:ea typeface="汉仪雅酷黑-55W" panose="020B0504020202020204"/>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YQiHei-60S" panose="00020600040101010101" pitchFamily="18" charset="-122"/>
                <a:ea typeface="汉仪雅酷黑-55W" panose="020B0504020202020204"/>
              </a:defRPr>
            </a:lvl1pPr>
          </a:lstStyle>
          <a:p>
            <a:fld id="{CECA3CE2-CF65-2049-847E-AC7161AEBB3E}" type="datetimeFigureOut">
              <a:rPr kumimoji="1" lang="zh-CN" altLang="en-US" smtClean="0"/>
              <a:t>2025/6/9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YQiHei-60S" panose="00020600040101010101" pitchFamily="18" charset="-122"/>
                <a:ea typeface="汉仪雅酷黑-55W" panose="020B0504020202020204"/>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YQiHei-60S" panose="00020600040101010101" pitchFamily="18" charset="-122"/>
                <a:ea typeface="汉仪雅酷黑-55W" panose="020B0504020202020204"/>
              </a:defRPr>
            </a:lvl1pPr>
          </a:lstStyle>
          <a:p>
            <a:fld id="{91572F6A-62C9-654B-B4FA-829311AE48DE}" type="slidenum">
              <a:rPr kumimoji="1" lang="zh-CN" altLang="en-US" smtClean="0"/>
              <a:t>‹#›</a:t>
            </a:fld>
            <a:endParaRPr kumimoji="1" lang="zh-CN" altLang="en-US"/>
          </a:p>
        </p:txBody>
      </p:sp>
      <p:pic>
        <p:nvPicPr>
          <p:cNvPr id="7" name="图片 6"/>
          <p:cNvPicPr>
            <a:picLocks noChangeAspect="1"/>
          </p:cNvPicPr>
          <p:nvPr userDrawn="1"/>
        </p:nvPicPr>
        <p:blipFill>
          <a:blip r:embed="rId27" cstate="screen">
            <a:extLst>
              <a:ext uri="{28A0092B-C50C-407E-A947-70E740481C1C}">
                <a14:useLocalDpi xmlns:a14="http://schemas.microsoft.com/office/drawing/2010/main"/>
              </a:ext>
            </a:extLst>
          </a:blip>
          <a:srcRect/>
          <a:stretch>
            <a:fillRect/>
          </a:stretch>
        </p:blipFill>
        <p:spPr>
          <a:xfrm>
            <a:off x="11330916" y="105463"/>
            <a:ext cx="861084" cy="575574"/>
          </a:xfrm>
          <a:prstGeom prst="rect">
            <a:avLst/>
          </a:prstGeom>
        </p:spPr>
      </p:pic>
      <p:pic>
        <p:nvPicPr>
          <p:cNvPr id="8" name="图片 7"/>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矩形 8"/>
          <p:cNvSpPr/>
          <p:nvPr userDrawn="1"/>
        </p:nvSpPr>
        <p:spPr>
          <a:xfrm>
            <a:off x="123569" y="172994"/>
            <a:ext cx="527596" cy="10873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HYQiHei-60S" panose="00020600040101010101" pitchFamily="18" charset="-122"/>
              <a:ea typeface="汉仪雅酷黑-55W" panose="020B0504020202020204"/>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HYQiHei-60S" panose="00020600040101010101" pitchFamily="18" charset="-122"/>
          <a:ea typeface="汉仪雅酷黑-55W" panose="020B0504020202020204"/>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HYQiHei-60S" panose="00020600040101010101" pitchFamily="18" charset="-122"/>
          <a:ea typeface="汉仪雅酷黑-55W" panose="020B0504020202020204"/>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HYQiHei-60S" panose="00020600040101010101" pitchFamily="18" charset="-122"/>
          <a:ea typeface="汉仪雅酷黑-55W" panose="020B0504020202020204"/>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HYQiHei-60S" panose="00020600040101010101" pitchFamily="18" charset="-122"/>
          <a:ea typeface="汉仪雅酷黑-55W" panose="020B0504020202020204"/>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HYQiHei-60S" panose="00020600040101010101" pitchFamily="18" charset="-122"/>
          <a:ea typeface="汉仪雅酷黑-55W" panose="020B0504020202020204"/>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notesSlide" Target="../notesSlides/notesSlide3.xml"/><Relationship Id="rId7" Type="http://schemas.openxmlformats.org/officeDocument/2006/relationships/image" Target="../media/image30.jpeg"/><Relationship Id="rId2" Type="http://schemas.openxmlformats.org/officeDocument/2006/relationships/slideLayout" Target="../slideLayouts/slideLayout39.xml"/><Relationship Id="rId1" Type="http://schemas.openxmlformats.org/officeDocument/2006/relationships/tags" Target="../tags/tag3.xml"/><Relationship Id="rId6" Type="http://schemas.openxmlformats.org/officeDocument/2006/relationships/image" Target="../media/image29.jpeg"/><Relationship Id="rId5" Type="http://schemas.openxmlformats.org/officeDocument/2006/relationships/image" Target="../media/image28.jpeg"/><Relationship Id="rId10" Type="http://schemas.openxmlformats.org/officeDocument/2006/relationships/image" Target="../media/image33.png"/><Relationship Id="rId4" Type="http://schemas.openxmlformats.org/officeDocument/2006/relationships/image" Target="../media/image27.jpeg"/><Relationship Id="rId9" Type="http://schemas.openxmlformats.org/officeDocument/2006/relationships/image" Target="../media/image32.jpeg"/></Relationships>
</file>

<file path=ppt/slides/_rels/slide1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slideLayout" Target="../slideLayouts/slideLayout6.xml"/><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7.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5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7.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人站在草地上&#10;&#10;中度可信度描述已自动生成"/>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1589" y="-54801"/>
            <a:ext cx="12287194" cy="6912802"/>
          </a:xfrm>
          <a:prstGeom prst="rect">
            <a:avLst/>
          </a:prstGeom>
        </p:spPr>
      </p:pic>
      <p:grpSp>
        <p:nvGrpSpPr>
          <p:cNvPr id="13" name="组合 12"/>
          <p:cNvGrpSpPr/>
          <p:nvPr/>
        </p:nvGrpSpPr>
        <p:grpSpPr>
          <a:xfrm>
            <a:off x="-1288902" y="486929"/>
            <a:ext cx="874983" cy="5476709"/>
            <a:chOff x="-1357426" y="295303"/>
            <a:chExt cx="874983" cy="5476709"/>
          </a:xfrm>
        </p:grpSpPr>
        <p:pic>
          <p:nvPicPr>
            <p:cNvPr id="14" name="图片 13"/>
            <p:cNvPicPr>
              <a:picLocks noChangeAspect="1"/>
            </p:cNvPicPr>
            <p:nvPr/>
          </p:nvPicPr>
          <p:blipFill>
            <a:blip r:embed="rId4"/>
            <a:stretch>
              <a:fillRect/>
            </a:stretch>
          </p:blipFill>
          <p:spPr>
            <a:xfrm>
              <a:off x="-1357425" y="2199638"/>
              <a:ext cx="874982" cy="3572374"/>
            </a:xfrm>
            <a:prstGeom prst="rect">
              <a:avLst/>
            </a:prstGeom>
          </p:spPr>
        </p:pic>
        <p:pic>
          <p:nvPicPr>
            <p:cNvPr id="15" name="图片 14"/>
            <p:cNvPicPr>
              <a:picLocks noChangeAspect="1"/>
            </p:cNvPicPr>
            <p:nvPr/>
          </p:nvPicPr>
          <p:blipFill>
            <a:blip r:embed="rId5"/>
            <a:stretch>
              <a:fillRect/>
            </a:stretch>
          </p:blipFill>
          <p:spPr>
            <a:xfrm>
              <a:off x="-1357426" y="295303"/>
              <a:ext cx="869897" cy="790685"/>
            </a:xfrm>
            <a:prstGeom prst="rect">
              <a:avLst/>
            </a:prstGeom>
          </p:spPr>
        </p:pic>
        <p:pic>
          <p:nvPicPr>
            <p:cNvPr id="16" name="图片 15"/>
            <p:cNvPicPr>
              <a:picLocks noChangeAspect="1"/>
            </p:cNvPicPr>
            <p:nvPr/>
          </p:nvPicPr>
          <p:blipFill>
            <a:blip r:embed="rId6"/>
            <a:stretch>
              <a:fillRect/>
            </a:stretch>
          </p:blipFill>
          <p:spPr>
            <a:xfrm>
              <a:off x="-1352340" y="1245910"/>
              <a:ext cx="869897" cy="790686"/>
            </a:xfrm>
            <a:prstGeom prst="rect">
              <a:avLst/>
            </a:prstGeom>
          </p:spPr>
        </p:pic>
      </p:grpSp>
      <p:sp>
        <p:nvSpPr>
          <p:cNvPr id="8" name="矩形"/>
          <p:cNvSpPr/>
          <p:nvPr/>
        </p:nvSpPr>
        <p:spPr>
          <a:xfrm>
            <a:off x="-26675" y="-54800"/>
            <a:ext cx="12287194" cy="6948554"/>
          </a:xfrm>
          <a:prstGeom prst="rect">
            <a:avLst/>
          </a:prstGeom>
          <a:solidFill>
            <a:srgbClr val="15041D">
              <a:alpha val="7000"/>
            </a:srgbClr>
          </a:solidFill>
          <a:ln w="12700">
            <a:miter lim="400000"/>
          </a:ln>
        </p:spPr>
        <p:txBody>
          <a:bodyPr lIns="35719" tIns="35719" rIns="35719" bIns="35719" anchor="ctr"/>
          <a:lstStyle/>
          <a:p>
            <a:pPr marL="0" marR="0" lvl="0" indent="0" algn="l" defTabSz="914400" rtl="0" eaLnBrk="1" fontAlgn="auto" latinLnBrk="0" hangingPunct="1">
              <a:lnSpc>
                <a:spcPct val="100000"/>
              </a:lnSpc>
              <a:spcBef>
                <a:spcPct val="0"/>
              </a:spcBef>
              <a:spcAft>
                <a:spcPct val="0"/>
              </a:spcAft>
              <a:buClrTx/>
              <a:buSzTx/>
              <a:buFontTx/>
              <a:buNone/>
              <a:defRPr sz="3000" b="0">
                <a:solidFill>
                  <a:srgbClr val="FFFFFF"/>
                </a:solidFill>
                <a:latin typeface="+mn-lt"/>
                <a:ea typeface="+mn-ea"/>
                <a:cs typeface="+mn-cs"/>
                <a:sym typeface="Helvetica Neue Medium" panose="02000503000000020004"/>
              </a:defRPr>
            </a:pPr>
            <a:endParaRPr kumimoji="0" sz="1500" b="0" i="0" u="none" strike="noStrike" kern="1200" cap="none" spc="0" normalizeH="0" baseline="0" noProof="0">
              <a:ln>
                <a:noFill/>
              </a:ln>
              <a:solidFill>
                <a:prstClr val="white"/>
              </a:solidFill>
              <a:effectLst/>
              <a:uLnTx/>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sp>
        <p:nvSpPr>
          <p:cNvPr id="6" name="文本框 5"/>
          <p:cNvSpPr txBox="1"/>
          <p:nvPr/>
        </p:nvSpPr>
        <p:spPr>
          <a:xfrm>
            <a:off x="1240274" y="2038176"/>
            <a:ext cx="4380696" cy="1107996"/>
          </a:xfrm>
          <a:prstGeom prst="rect">
            <a:avLst/>
          </a:prstGeom>
          <a:noFill/>
        </p:spPr>
        <p:txBody>
          <a:bodyPr wrap="square"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1" lang="zh-CN" altLang="en-US" sz="6600" b="1" i="0" u="none" strike="noStrike" kern="1200" cap="none" spc="0" normalizeH="0" baseline="0" noProof="0">
                <a:ln>
                  <a:noFill/>
                </a:ln>
                <a:solidFill>
                  <a:srgbClr val="00B0F0"/>
                </a:solidFill>
                <a:effectLst>
                  <a:outerShdw blurRad="38100" dist="38100" dir="2700000" algn="tl">
                    <a:srgbClr val="000000">
                      <a:alpha val="43137"/>
                    </a:srgbClr>
                  </a:outerShdw>
                </a:effectLst>
                <a:uLnTx/>
                <a:uFillTx/>
                <a:latin typeface="汉仪雅酷黑-55W" panose="020B0504020202020204" pitchFamily="34" charset="-122"/>
                <a:ea typeface="汉仪雅酷黑-55W" panose="020B0504020202020204"/>
                <a:cs typeface="+mn-cs"/>
              </a:rPr>
              <a:t>伊利牧场</a:t>
            </a:r>
          </a:p>
        </p:txBody>
      </p:sp>
      <p:sp>
        <p:nvSpPr>
          <p:cNvPr id="11" name="矩形 10"/>
          <p:cNvSpPr/>
          <p:nvPr/>
        </p:nvSpPr>
        <p:spPr>
          <a:xfrm>
            <a:off x="8250493" y="379298"/>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2" name="矩形 11"/>
          <p:cNvSpPr/>
          <p:nvPr/>
        </p:nvSpPr>
        <p:spPr>
          <a:xfrm>
            <a:off x="10878134" y="379298"/>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9" name="矩形 18"/>
          <p:cNvSpPr/>
          <p:nvPr/>
        </p:nvSpPr>
        <p:spPr>
          <a:xfrm>
            <a:off x="9564314" y="379298"/>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3" name="矩形 22"/>
          <p:cNvSpPr/>
          <p:nvPr/>
        </p:nvSpPr>
        <p:spPr>
          <a:xfrm>
            <a:off x="6936672" y="379298"/>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矩形 24"/>
          <p:cNvSpPr/>
          <p:nvPr/>
        </p:nvSpPr>
        <p:spPr>
          <a:xfrm>
            <a:off x="8250493" y="1638446"/>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6" name="矩形 25"/>
          <p:cNvSpPr/>
          <p:nvPr/>
        </p:nvSpPr>
        <p:spPr>
          <a:xfrm>
            <a:off x="10878134" y="1638446"/>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7" name="矩形 26"/>
          <p:cNvSpPr/>
          <p:nvPr/>
        </p:nvSpPr>
        <p:spPr>
          <a:xfrm>
            <a:off x="9564314" y="1638446"/>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8" name="椭圆 27"/>
          <p:cNvSpPr/>
          <p:nvPr/>
        </p:nvSpPr>
        <p:spPr>
          <a:xfrm>
            <a:off x="6936672" y="1638446"/>
            <a:ext cx="1099226" cy="1099226"/>
          </a:xfrm>
          <a:prstGeom prst="ellipse">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9" name="矩形 28"/>
          <p:cNvSpPr/>
          <p:nvPr/>
        </p:nvSpPr>
        <p:spPr>
          <a:xfrm>
            <a:off x="8250493" y="2879387"/>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0" name="矩形 29"/>
          <p:cNvSpPr/>
          <p:nvPr/>
        </p:nvSpPr>
        <p:spPr>
          <a:xfrm>
            <a:off x="10878134" y="2879387"/>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1" name="矩形 30"/>
          <p:cNvSpPr/>
          <p:nvPr/>
        </p:nvSpPr>
        <p:spPr>
          <a:xfrm>
            <a:off x="9564314" y="2879387"/>
            <a:ext cx="1099226" cy="1099226"/>
          </a:xfrm>
          <a:prstGeom prst="rect">
            <a:avLst/>
          </a:prstGeom>
          <a:solidFill>
            <a:schemeClr val="bg1">
              <a:alpha val="42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4" name="文本框 33"/>
          <p:cNvSpPr txBox="1"/>
          <p:nvPr/>
        </p:nvSpPr>
        <p:spPr>
          <a:xfrm>
            <a:off x="1551243" y="3225284"/>
            <a:ext cx="6699250" cy="369332"/>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zh-CN" sz="1800" b="1"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等线"/>
                <a:ea typeface="汉仪雅酷黑-55W" panose="020B0504020202020204"/>
                <a:cs typeface="Times New Roman" panose="02020703060505090304" pitchFamily="18" charset="0"/>
              </a:rPr>
              <a:t>让每个人心中都有一片伊利牧场</a:t>
            </a:r>
            <a:endParaRPr kumimoji="0" lang="zh-CN" altLang="en-US" sz="1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等线"/>
              <a:ea typeface="汉仪雅酷黑-55W" panose="020B0504020202020204"/>
              <a:cs typeface="+mn-cs"/>
            </a:endParaRPr>
          </a:p>
        </p:txBody>
      </p:sp>
      <p:pic>
        <p:nvPicPr>
          <p:cNvPr id="35" name="图片 34"/>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5297725" y="1506583"/>
            <a:ext cx="861084" cy="575574"/>
          </a:xfrm>
          <a:prstGeom prst="rect">
            <a:avLst/>
          </a:prstGeom>
        </p:spPr>
      </p:pic>
      <p:sp>
        <p:nvSpPr>
          <p:cNvPr id="39" name="矩形"/>
          <p:cNvSpPr/>
          <p:nvPr/>
        </p:nvSpPr>
        <p:spPr>
          <a:xfrm>
            <a:off x="406400" y="4036021"/>
            <a:ext cx="6345498" cy="1107989"/>
          </a:xfrm>
          <a:prstGeom prst="rect">
            <a:avLst/>
          </a:prstGeom>
          <a:solidFill>
            <a:srgbClr val="15041D">
              <a:alpha val="66000"/>
            </a:srgbClr>
          </a:solidFill>
          <a:ln w="12700">
            <a:miter lim="400000"/>
          </a:ln>
        </p:spPr>
        <p:txBody>
          <a:bodyPr lIns="35719" tIns="35719" rIns="35719" bIns="35719" anchor="ctr"/>
          <a:lstStyle/>
          <a:p>
            <a:pPr marL="0" marR="0" lvl="0" indent="0" algn="l" defTabSz="914400" rtl="0" eaLnBrk="1" fontAlgn="auto" latinLnBrk="0" hangingPunct="1">
              <a:lnSpc>
                <a:spcPct val="100000"/>
              </a:lnSpc>
              <a:spcBef>
                <a:spcPct val="0"/>
              </a:spcBef>
              <a:spcAft>
                <a:spcPct val="0"/>
              </a:spcAft>
              <a:buClrTx/>
              <a:buSzTx/>
              <a:buFontTx/>
              <a:buNone/>
              <a:defRPr sz="3000" b="0">
                <a:solidFill>
                  <a:srgbClr val="FFFFFF"/>
                </a:solidFill>
                <a:latin typeface="+mn-lt"/>
                <a:ea typeface="+mn-ea"/>
                <a:cs typeface="+mn-cs"/>
                <a:sym typeface="Helvetica Neue Medium" panose="02000503000000020004"/>
              </a:defRPr>
            </a:pPr>
            <a:endParaRPr kumimoji="0" sz="1500" b="0" i="0" u="none" strike="noStrike" kern="1200" cap="none" spc="0" normalizeH="0" baseline="0" noProof="0">
              <a:ln>
                <a:noFill/>
              </a:ln>
              <a:solidFill>
                <a:prstClr val="white"/>
              </a:solidFill>
              <a:effectLst/>
              <a:uLnTx/>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sp>
        <p:nvSpPr>
          <p:cNvPr id="36" name="Text Placeholder 2"/>
          <p:cNvSpPr txBox="1"/>
          <p:nvPr/>
        </p:nvSpPr>
        <p:spPr>
          <a:xfrm>
            <a:off x="401314" y="4168959"/>
            <a:ext cx="6275122" cy="1326219"/>
          </a:xfrm>
          <a:prstGeom prst="rect">
            <a:avLst/>
          </a:prstGeom>
        </p:spPr>
        <p:txBody>
          <a:bodyPr vert="horz" lIns="91440" tIns="45720" rIns="91440" bIns="45720" rtlCol="0" anchor="ctr">
            <a:noAutofit/>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1" lang="en-US" altLang="zh-CN" sz="3200" b="0" i="0" u="none" strike="noStrike" kern="1200" cap="none" spc="300" normalizeH="0" baseline="0" noProof="0" dirty="0">
                <a:ln>
                  <a:noFill/>
                </a:ln>
                <a:solidFill>
                  <a:prstClr val="white"/>
                </a:solidFill>
                <a:effectLst/>
                <a:uLnTx/>
                <a:uFillTx/>
                <a:latin typeface="汉仪雅酷黑-55W" panose="020B0504020202020204" pitchFamily="34" charset="-122"/>
                <a:ea typeface="汉仪雅酷黑-55W" panose="020B0504020202020204" pitchFamily="34" charset="-122"/>
                <a:cs typeface="+mn-cs"/>
              </a:rPr>
              <a:t>2025 </a:t>
            </a:r>
            <a:r>
              <a:rPr kumimoji="1" lang="zh-CN" altLang="en-US" sz="3200" b="0" i="0" u="none" strike="noStrike" kern="1200" cap="none" spc="300" normalizeH="0" baseline="0" noProof="0" dirty="0">
                <a:ln>
                  <a:noFill/>
                </a:ln>
                <a:solidFill>
                  <a:prstClr val="white"/>
                </a:solidFill>
                <a:effectLst/>
                <a:uLnTx/>
                <a:uFillTx/>
                <a:latin typeface="汉仪雅酷黑-55W" panose="020B0504020202020204" pitchFamily="34" charset="-122"/>
                <a:ea typeface="汉仪雅酷黑-55W" panose="020B0504020202020204" pitchFamily="34" charset="-122"/>
                <a:cs typeface="+mn-cs"/>
              </a:rPr>
              <a:t>年 暑假社会实践</a:t>
            </a:r>
            <a:endParaRPr kumimoji="1" lang="en-US" altLang="zh-CN" sz="3200" b="0" i="0" u="none" strike="noStrike" kern="1200" cap="none" spc="300" normalizeH="0" baseline="0" noProof="0" dirty="0">
              <a:ln>
                <a:noFill/>
              </a:ln>
              <a:solidFill>
                <a:prstClr val="white"/>
              </a:solidFill>
              <a:effectLst/>
              <a:uLnTx/>
              <a:uFillTx/>
              <a:latin typeface="汉仪雅酷黑-55W" panose="020B0504020202020204" pitchFamily="34" charset="-122"/>
              <a:ea typeface="汉仪雅酷黑-55W" panose="020B0504020202020204" pitchFamily="34" charset="-122"/>
              <a:cs typeface="+mn-cs"/>
            </a:endParaRPr>
          </a:p>
          <a:p>
            <a:pPr marL="0" marR="0" lvl="0" indent="0" algn="ctr" defTabSz="914400" rtl="0" eaLnBrk="1" fontAlgn="auto" latinLnBrk="0" hangingPunct="1">
              <a:lnSpc>
                <a:spcPct val="100000"/>
              </a:lnSpc>
              <a:spcBef>
                <a:spcPct val="0"/>
              </a:spcBef>
              <a:spcAft>
                <a:spcPct val="0"/>
              </a:spcAft>
              <a:buClrTx/>
              <a:buSzTx/>
              <a:buFontTx/>
              <a:buNone/>
              <a:defRPr/>
            </a:pPr>
            <a:r>
              <a:rPr kumimoji="1" lang="zh-CN" altLang="en-US" sz="3200" spc="300" dirty="0">
                <a:solidFill>
                  <a:prstClr val="white"/>
                </a:solidFill>
                <a:latin typeface="汉仪雅酷黑-55W" panose="020B0504020202020204" pitchFamily="34" charset="-122"/>
                <a:ea typeface="汉仪雅酷黑-55W" panose="020B0504020202020204" pitchFamily="34" charset="-122"/>
              </a:rPr>
              <a:t>溯源乳业匠心，共研绿色未来</a:t>
            </a:r>
            <a:endParaRPr kumimoji="1" lang="en-US" altLang="zh-CN" sz="3200" b="0" i="0" u="none" strike="noStrike" kern="1200" cap="none" spc="300" normalizeH="0" baseline="0" noProof="0" dirty="0">
              <a:ln>
                <a:noFill/>
              </a:ln>
              <a:solidFill>
                <a:prstClr val="white"/>
              </a:solidFill>
              <a:effectLst/>
              <a:uLnTx/>
              <a:uFillTx/>
              <a:latin typeface="汉仪雅酷黑-55W" panose="020B0504020202020204" pitchFamily="34" charset="-122"/>
              <a:ea typeface="汉仪雅酷黑-55W" panose="020B0504020202020204" pitchFamily="34" charset="-122"/>
              <a:cs typeface="+mn-cs"/>
            </a:endParaRPr>
          </a:p>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3200" b="0" i="0" u="none" strike="noStrike" kern="1200" cap="none" spc="300" normalizeH="0" baseline="0" noProof="0" dirty="0">
              <a:ln>
                <a:noFill/>
              </a:ln>
              <a:solidFill>
                <a:prstClr val="white"/>
              </a:solidFill>
              <a:effectLst/>
              <a:uLnTx/>
              <a:uFillTx/>
              <a:latin typeface="汉仪雅酷黑-55W" panose="020B0504020202020204" pitchFamily="34" charset="-122"/>
              <a:ea typeface="汉仪雅酷黑-55W" panose="020B0504020202020204" pitchFamily="34" charset="-122"/>
              <a:cs typeface="+mn-cs"/>
            </a:endParaRPr>
          </a:p>
        </p:txBody>
      </p:sp>
      <p:cxnSp>
        <p:nvCxnSpPr>
          <p:cNvPr id="37" name="直接连接符 36"/>
          <p:cNvCxnSpPr/>
          <p:nvPr/>
        </p:nvCxnSpPr>
        <p:spPr>
          <a:xfrm>
            <a:off x="0" y="6400800"/>
            <a:ext cx="12192000" cy="0"/>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38" name="流程图: 终止 37"/>
          <p:cNvSpPr/>
          <p:nvPr/>
        </p:nvSpPr>
        <p:spPr>
          <a:xfrm>
            <a:off x="5510479" y="6251501"/>
            <a:ext cx="1171043" cy="298597"/>
          </a:xfrm>
          <a:prstGeom prst="flowChartTerminator">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微软雅黑" panose="020B0503020204020204" charset="-122"/>
                <a:ea typeface="汉仪雅酷黑-55W" panose="020B0504020202020204"/>
                <a:cs typeface="+mn-cs"/>
              </a:rPr>
              <a:t>2025.06</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微软雅黑" panose="020B0503020204020204" charset="-122"/>
              <a:ea typeface="汉仪雅酷黑-55W" panose="020B0504020202020204"/>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985696" y="2415998"/>
            <a:ext cx="2501900" cy="181330"/>
          </a:xfrm>
          <a:prstGeom prst="rect">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sp>
        <p:nvSpPr>
          <p:cNvPr id="3" name="文本框 2"/>
          <p:cNvSpPr txBox="1"/>
          <p:nvPr/>
        </p:nvSpPr>
        <p:spPr>
          <a:xfrm>
            <a:off x="1023546" y="2647362"/>
            <a:ext cx="7494811" cy="1386342"/>
          </a:xfrm>
          <a:prstGeom prst="rect">
            <a:avLst/>
          </a:prstGeom>
          <a:noFill/>
        </p:spPr>
        <p:txBody>
          <a:bodyPr wrap="square">
            <a:spAutoFit/>
          </a:bodyPr>
          <a:lstStyle/>
          <a:p>
            <a:pPr algn="just">
              <a:lnSpc>
                <a:spcPct val="120000"/>
              </a:lnSpc>
            </a:pPr>
            <a:r>
              <a:rPr lang="zh-CN" altLang="zh-CN" sz="3600" b="1" kern="100">
                <a:effectLst/>
                <a:latin typeface="HYQiHei-60S" panose="00020600040101010101" pitchFamily="18" charset="-122"/>
                <a:ea typeface="汉仪雅酷黑-55W" panose="020B0504020202020204"/>
                <a:cs typeface="Times New Roman" panose="02020703060505090304" pitchFamily="18" charset="0"/>
              </a:rPr>
              <a:t>承接母品牌热爱资产，</a:t>
            </a:r>
            <a:endParaRPr lang="en-US" altLang="zh-CN" sz="3600" b="1" kern="100">
              <a:effectLst/>
              <a:latin typeface="HYQiHei-60S" panose="00020600040101010101" pitchFamily="18" charset="-122"/>
              <a:ea typeface="汉仪雅酷黑-55W" panose="020B0504020202020204"/>
              <a:cs typeface="Times New Roman" panose="02020703060505090304" pitchFamily="18" charset="0"/>
            </a:endParaRPr>
          </a:p>
          <a:p>
            <a:pPr algn="just">
              <a:lnSpc>
                <a:spcPct val="120000"/>
              </a:lnSpc>
            </a:pPr>
            <a:r>
              <a:rPr lang="zh-CN" altLang="zh-CN" sz="3600" b="1" kern="100">
                <a:effectLst/>
                <a:latin typeface="HYQiHei-60S" panose="00020600040101010101" pitchFamily="18" charset="-122"/>
                <a:ea typeface="汉仪雅酷黑-55W" panose="020B0504020202020204"/>
                <a:cs typeface="Times New Roman" panose="02020703060505090304" pitchFamily="18" charset="0"/>
              </a:rPr>
              <a:t>让热爱更深化、更进阶、更贴地！</a:t>
            </a:r>
            <a:endParaRPr lang="zh-CN" altLang="zh-CN" sz="3600" kern="100">
              <a:effectLst/>
              <a:latin typeface="HYQiHei-60S" panose="00020600040101010101" pitchFamily="18" charset="-122"/>
              <a:ea typeface="汉仪雅酷黑-55W" panose="020B0504020202020204"/>
              <a:cs typeface="Times New Roman" panose="02020703060505090304" pitchFamily="18" charset="0"/>
            </a:endParaRPr>
          </a:p>
        </p:txBody>
      </p:sp>
      <p:sp>
        <p:nvSpPr>
          <p:cNvPr id="4" name="文本框 3"/>
          <p:cNvSpPr txBox="1"/>
          <p:nvPr/>
        </p:nvSpPr>
        <p:spPr>
          <a:xfrm>
            <a:off x="1242109" y="4008313"/>
            <a:ext cx="8517905" cy="662554"/>
          </a:xfrm>
          <a:prstGeom prst="rect">
            <a:avLst/>
          </a:prstGeom>
          <a:noFill/>
        </p:spPr>
        <p:txBody>
          <a:bodyPr wrap="square">
            <a:spAutoFit/>
          </a:bodyPr>
          <a:lstStyle/>
          <a:p>
            <a:pPr algn="just">
              <a:lnSpc>
                <a:spcPct val="150000"/>
              </a:lnSpc>
            </a:pPr>
            <a:r>
              <a:rPr lang="zh-CN" altLang="en-US" kern="100">
                <a:effectLst/>
                <a:latin typeface="HYQiHei-60S" panose="00020600040101010101" pitchFamily="18" charset="-122"/>
                <a:ea typeface="汉仪雅酷黑-55W" panose="020B0504020202020204"/>
                <a:cs typeface="Times New Roman" panose="02020703060505090304" pitchFamily="18" charset="0"/>
              </a:rPr>
              <a:t>当代中青年是</a:t>
            </a:r>
            <a:r>
              <a:rPr lang="zh-CN" altLang="zh-CN" kern="100">
                <a:effectLst/>
                <a:latin typeface="HYQiHei-60S" panose="00020600040101010101" pitchFamily="18" charset="-122"/>
                <a:ea typeface="汉仪雅酷黑-55W" panose="020B0504020202020204"/>
                <a:cs typeface="Times New Roman" panose="02020703060505090304" pitchFamily="18" charset="0"/>
              </a:rPr>
              <a:t>如何</a:t>
            </a:r>
            <a:r>
              <a:rPr lang="en-US" altLang="zh-CN" kern="100">
                <a:effectLst/>
                <a:latin typeface="HYQiHei-60S" panose="00020600040101010101" pitchFamily="18" charset="-122"/>
                <a:ea typeface="汉仪雅酷黑-55W" panose="020B0504020202020204"/>
                <a:cs typeface="Times New Roman" panose="02020703060505090304" pitchFamily="18" charset="0"/>
              </a:rPr>
              <a:t> </a:t>
            </a:r>
            <a:r>
              <a:rPr lang="zh-CN" altLang="zh-CN" sz="2800" b="1">
                <a:solidFill>
                  <a:srgbClr val="5B9BD5">
                    <a:lumMod val="75000"/>
                  </a:srgbClr>
                </a:solidFill>
                <a:latin typeface="微软雅黑" panose="020B0503020204020204" charset="-122"/>
                <a:ea typeface="汉仪雅酷黑-55W" panose="020B0504020202020204"/>
              </a:rPr>
              <a:t>理解热爱</a:t>
            </a:r>
            <a:r>
              <a:rPr lang="en-US" altLang="zh-CN" sz="2800" b="1">
                <a:solidFill>
                  <a:srgbClr val="5B9BD5">
                    <a:lumMod val="75000"/>
                  </a:srgbClr>
                </a:solidFill>
                <a:latin typeface="微软雅黑" panose="020B0503020204020204" charset="-122"/>
                <a:ea typeface="汉仪雅酷黑-55W" panose="020B0504020202020204"/>
              </a:rPr>
              <a:t> </a:t>
            </a:r>
            <a:r>
              <a:rPr lang="zh-CN" altLang="zh-CN" kern="100">
                <a:effectLst/>
                <a:latin typeface="HYQiHei-60S" panose="00020600040101010101" pitchFamily="18" charset="-122"/>
                <a:ea typeface="汉仪雅酷黑-55W" panose="020B0504020202020204"/>
                <a:cs typeface="Times New Roman" panose="02020703060505090304" pitchFamily="18" charset="0"/>
              </a:rPr>
              <a:t>？</a:t>
            </a:r>
            <a:r>
              <a:rPr lang="zh-CN" altLang="zh-CN" sz="2800" b="1">
                <a:solidFill>
                  <a:srgbClr val="5B9BD5">
                    <a:lumMod val="75000"/>
                  </a:srgbClr>
                </a:solidFill>
                <a:latin typeface="微软雅黑" panose="020B0503020204020204" charset="-122"/>
                <a:ea typeface="汉仪雅酷黑-55W" panose="020B0504020202020204"/>
              </a:rPr>
              <a:t>热爱什么</a:t>
            </a:r>
            <a:r>
              <a:rPr lang="en-US" altLang="zh-CN" sz="2800" b="1">
                <a:solidFill>
                  <a:srgbClr val="5B9BD5">
                    <a:lumMod val="75000"/>
                  </a:srgbClr>
                </a:solidFill>
                <a:latin typeface="微软雅黑" panose="020B0503020204020204" charset="-122"/>
                <a:ea typeface="汉仪雅酷黑-55W" panose="020B0504020202020204"/>
              </a:rPr>
              <a:t> </a:t>
            </a:r>
            <a:r>
              <a:rPr lang="zh-CN" altLang="zh-CN" kern="100">
                <a:effectLst/>
                <a:latin typeface="HYQiHei-60S" panose="00020600040101010101" pitchFamily="18" charset="-122"/>
                <a:ea typeface="汉仪雅酷黑-55W" panose="020B0504020202020204"/>
                <a:cs typeface="Times New Roman" panose="02020703060505090304" pitchFamily="18" charset="0"/>
              </a:rPr>
              <a:t>？</a:t>
            </a:r>
          </a:p>
        </p:txBody>
      </p:sp>
      <p:sp>
        <p:nvSpPr>
          <p:cNvPr id="30" name="椭圆 29"/>
          <p:cNvSpPr/>
          <p:nvPr/>
        </p:nvSpPr>
        <p:spPr>
          <a:xfrm>
            <a:off x="-1473198" y="-1860550"/>
            <a:ext cx="11861800" cy="10579100"/>
          </a:xfrm>
          <a:prstGeom prst="ellipse">
            <a:avLst/>
          </a:prstGeom>
          <a:no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sp>
        <p:nvSpPr>
          <p:cNvPr id="29" name="椭圆 28"/>
          <p:cNvSpPr/>
          <p:nvPr/>
        </p:nvSpPr>
        <p:spPr>
          <a:xfrm>
            <a:off x="9169402" y="584280"/>
            <a:ext cx="914400" cy="914400"/>
          </a:xfrm>
          <a:prstGeom prst="ellipse">
            <a:avLst/>
          </a:prstGeom>
          <a:solidFill>
            <a:srgbClr val="00489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grpSp>
        <p:nvGrpSpPr>
          <p:cNvPr id="40" name="组合 39"/>
          <p:cNvGrpSpPr/>
          <p:nvPr/>
        </p:nvGrpSpPr>
        <p:grpSpPr>
          <a:xfrm>
            <a:off x="-1187736" y="584280"/>
            <a:ext cx="874983" cy="5476709"/>
            <a:chOff x="-1357426" y="295303"/>
            <a:chExt cx="874983" cy="5476709"/>
          </a:xfrm>
        </p:grpSpPr>
        <p:pic>
          <p:nvPicPr>
            <p:cNvPr id="43" name="图片 42"/>
            <p:cNvPicPr>
              <a:picLocks noChangeAspect="1"/>
            </p:cNvPicPr>
            <p:nvPr/>
          </p:nvPicPr>
          <p:blipFill>
            <a:blip r:embed="rId2"/>
            <a:stretch>
              <a:fillRect/>
            </a:stretch>
          </p:blipFill>
          <p:spPr>
            <a:xfrm>
              <a:off x="-1357425" y="2199638"/>
              <a:ext cx="874982" cy="3572374"/>
            </a:xfrm>
            <a:prstGeom prst="rect">
              <a:avLst/>
            </a:prstGeom>
          </p:spPr>
        </p:pic>
        <p:pic>
          <p:nvPicPr>
            <p:cNvPr id="45" name="图片 44"/>
            <p:cNvPicPr>
              <a:picLocks noChangeAspect="1"/>
            </p:cNvPicPr>
            <p:nvPr/>
          </p:nvPicPr>
          <p:blipFill>
            <a:blip r:embed="rId3"/>
            <a:stretch>
              <a:fillRect/>
            </a:stretch>
          </p:blipFill>
          <p:spPr>
            <a:xfrm>
              <a:off x="-1357426" y="295303"/>
              <a:ext cx="869897" cy="790685"/>
            </a:xfrm>
            <a:prstGeom prst="rect">
              <a:avLst/>
            </a:prstGeom>
          </p:spPr>
        </p:pic>
        <p:pic>
          <p:nvPicPr>
            <p:cNvPr id="46" name="图片 45"/>
            <p:cNvPicPr>
              <a:picLocks noChangeAspect="1"/>
            </p:cNvPicPr>
            <p:nvPr/>
          </p:nvPicPr>
          <p:blipFill>
            <a:blip r:embed="rId4"/>
            <a:stretch>
              <a:fillRect/>
            </a:stretch>
          </p:blipFill>
          <p:spPr>
            <a:xfrm>
              <a:off x="-1352340" y="1245910"/>
              <a:ext cx="869897" cy="790686"/>
            </a:xfrm>
            <a:prstGeom prst="rect">
              <a:avLst/>
            </a:prstGeom>
          </p:spPr>
        </p:pic>
      </p:grpSp>
      <p:pic>
        <p:nvPicPr>
          <p:cNvPr id="33" name="图片 32" descr="女人在水里&#10;&#10;描述已自动生成"/>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07660" y="1776495"/>
            <a:ext cx="2470054" cy="3706171"/>
          </a:xfrm>
          <a:prstGeom prst="rect">
            <a:avLst/>
          </a:prstGeom>
        </p:spPr>
      </p:pic>
      <p:sp>
        <p:nvSpPr>
          <p:cNvPr id="34" name="文本框 33"/>
          <p:cNvSpPr txBox="1"/>
          <p:nvPr/>
        </p:nvSpPr>
        <p:spPr>
          <a:xfrm rot="5400000">
            <a:off x="9099503" y="2251072"/>
            <a:ext cx="1460593" cy="646331"/>
          </a:xfrm>
          <a:prstGeom prst="rect">
            <a:avLst/>
          </a:prstGeom>
          <a:noFill/>
        </p:spPr>
        <p:txBody>
          <a:bodyPr wrap="none" rtlCol="0">
            <a:spAutoFit/>
          </a:bodyPr>
          <a:lstStyle/>
          <a:p>
            <a:r>
              <a:rPr lang="en-US" altLang="zh-CN" sz="3600" spc="300">
                <a:solidFill>
                  <a:schemeClr val="tx1">
                    <a:lumMod val="50000"/>
                    <a:lumOff val="50000"/>
                  </a:schemeClr>
                </a:solidFill>
                <a:latin typeface="微软雅黑" panose="020B0503020204020204" charset="-122"/>
                <a:ea typeface="汉仪雅酷黑-55W" panose="020B0504020202020204"/>
              </a:rPr>
              <a:t>PART</a:t>
            </a:r>
            <a:endParaRPr lang="zh-CN" altLang="en-US" sz="3600" spc="300">
              <a:solidFill>
                <a:schemeClr val="tx1">
                  <a:lumMod val="50000"/>
                  <a:lumOff val="50000"/>
                </a:schemeClr>
              </a:solidFill>
              <a:latin typeface="微软雅黑" panose="020B0503020204020204" charset="-122"/>
              <a:ea typeface="汉仪雅酷黑-55W" panose="020B0504020202020204"/>
            </a:endParaRPr>
          </a:p>
        </p:txBody>
      </p:sp>
      <p:sp>
        <p:nvSpPr>
          <p:cNvPr id="35" name="文本框 34"/>
          <p:cNvSpPr txBox="1"/>
          <p:nvPr/>
        </p:nvSpPr>
        <p:spPr>
          <a:xfrm rot="5400000">
            <a:off x="8819856" y="1922488"/>
            <a:ext cx="803425" cy="646331"/>
          </a:xfrm>
          <a:prstGeom prst="rect">
            <a:avLst/>
          </a:prstGeom>
          <a:noFill/>
        </p:spPr>
        <p:txBody>
          <a:bodyPr wrap="none" rtlCol="0">
            <a:spAutoFit/>
          </a:bodyPr>
          <a:lstStyle/>
          <a:p>
            <a:r>
              <a:rPr lang="en-US" altLang="zh-CN" sz="3600" spc="300">
                <a:solidFill>
                  <a:schemeClr val="bg1"/>
                </a:solidFill>
                <a:effectLst>
                  <a:outerShdw blurRad="38100" dist="38100" dir="2700000" algn="tl">
                    <a:srgbClr val="000000">
                      <a:alpha val="43137"/>
                    </a:srgbClr>
                  </a:outerShdw>
                </a:effectLst>
                <a:latin typeface="微软雅黑" panose="020B0503020204020204" charset="-122"/>
                <a:ea typeface="汉仪雅酷黑-55W" panose="020B0504020202020204"/>
              </a:rPr>
              <a:t>01</a:t>
            </a:r>
            <a:endParaRPr lang="zh-CN" altLang="en-US" sz="3600" spc="300">
              <a:solidFill>
                <a:schemeClr val="bg1"/>
              </a:solidFill>
              <a:effectLst>
                <a:outerShdw blurRad="38100" dist="38100" dir="2700000" algn="tl">
                  <a:srgbClr val="000000">
                    <a:alpha val="43137"/>
                  </a:srgbClr>
                </a:outerShdw>
              </a:effectLst>
              <a:latin typeface="微软雅黑" panose="020B0503020204020204" charset="-122"/>
              <a:ea typeface="汉仪雅酷黑-55W" panose="020B0504020202020204"/>
            </a:endParaRPr>
          </a:p>
        </p:txBody>
      </p:sp>
      <p:sp>
        <p:nvSpPr>
          <p:cNvPr id="37" name="文本框 36"/>
          <p:cNvSpPr txBox="1"/>
          <p:nvPr/>
        </p:nvSpPr>
        <p:spPr>
          <a:xfrm>
            <a:off x="875971" y="1314013"/>
            <a:ext cx="4514176" cy="646331"/>
          </a:xfrm>
          <a:prstGeom prst="rect">
            <a:avLst/>
          </a:prstGeom>
          <a:noFill/>
        </p:spPr>
        <p:txBody>
          <a:bodyPr wrap="square">
            <a:spAutoFit/>
          </a:bodyPr>
          <a:lstStyle/>
          <a:p>
            <a:pPr marL="0" marR="0" lvl="0" indent="0" algn="just" defTabSz="914400" rtl="0" eaLnBrk="1" fontAlgn="auto" latinLnBrk="0" hangingPunct="1">
              <a:lnSpc>
                <a:spcPct val="100000"/>
              </a:lnSpc>
              <a:spcBef>
                <a:spcPct val="0"/>
              </a:spcBef>
              <a:spcAft>
                <a:spcPct val="0"/>
              </a:spcAft>
              <a:buClrTx/>
              <a:buSzTx/>
              <a:buFontTx/>
              <a:buNone/>
              <a:defRPr/>
            </a:pPr>
            <a:r>
              <a:rPr kumimoji="0" lang="zh-CN" altLang="zh-CN" sz="3600" b="1" i="0" u="none" strike="noStrike" kern="100" cap="none" spc="0" normalizeH="0" baseline="0" noProof="0">
                <a:ln>
                  <a:noFill/>
                </a:ln>
                <a:solidFill>
                  <a:prstClr val="black"/>
                </a:solidFill>
                <a:effectLst/>
                <a:uLnTx/>
                <a:uFillTx/>
                <a:latin typeface="HYQiHei-60S" panose="00020600040101010101" pitchFamily="18" charset="-122"/>
                <a:ea typeface="汉仪雅酷黑-55W" panose="020B0504020202020204"/>
                <a:cs typeface="Times New Roman" panose="02020703060505090304" pitchFamily="18" charset="0"/>
              </a:rPr>
              <a:t>一．品牌价值深耕</a:t>
            </a:r>
            <a:endParaRPr kumimoji="0" lang="en-US" altLang="zh-CN" sz="3600" b="1" i="0" u="none" strike="noStrike" kern="100" cap="none" spc="0" normalizeH="0" baseline="0" noProof="0">
              <a:ln>
                <a:noFill/>
              </a:ln>
              <a:solidFill>
                <a:prstClr val="black"/>
              </a:solidFill>
              <a:effectLst/>
              <a:uLnTx/>
              <a:uFillTx/>
              <a:latin typeface="HYQiHei-60S" panose="00020600040101010101" pitchFamily="18" charset="-122"/>
              <a:ea typeface="汉仪雅酷黑-55W" panose="020B0504020202020204"/>
              <a:cs typeface="Times New Roman" panose="02020703060505090304" pitchFamily="18" charset="0"/>
            </a:endParaRPr>
          </a:p>
        </p:txBody>
      </p:sp>
      <p:grpSp>
        <p:nvGrpSpPr>
          <p:cNvPr id="87" name="组合 4"/>
          <p:cNvGrpSpPr/>
          <p:nvPr/>
        </p:nvGrpSpPr>
        <p:grpSpPr>
          <a:xfrm rot="16200000">
            <a:off x="1489146" y="3502467"/>
            <a:ext cx="72002" cy="1214930"/>
            <a:chOff x="5569" y="397821"/>
            <a:chExt cx="72001" cy="1728632"/>
          </a:xfrm>
        </p:grpSpPr>
        <p:sp>
          <p:nvSpPr>
            <p:cNvPr id="88" name="直接连接符 6"/>
            <p:cNvSpPr/>
            <p:nvPr/>
          </p:nvSpPr>
          <p:spPr>
            <a:xfrm flipH="1">
              <a:off x="41569" y="397821"/>
              <a:ext cx="0" cy="1453851"/>
            </a:xfrm>
            <a:prstGeom prst="line">
              <a:avLst/>
            </a:prstGeom>
            <a:noFill/>
            <a:ln w="9525" cap="flat">
              <a:solidFill>
                <a:srgbClr val="BFBFBF"/>
              </a:solidFill>
              <a:prstDash val="solid"/>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prstClr val="black"/>
                </a:solidFill>
                <a:effectLst/>
                <a:uLnTx/>
                <a:uFillTx/>
                <a:latin typeface="HYQiHei-60S" panose="00020600040101010101" pitchFamily="18" charset="-122"/>
                <a:ea typeface="+mn-ea"/>
                <a:cs typeface="+mn-cs"/>
              </a:endParaRPr>
            </a:p>
          </p:txBody>
        </p:sp>
        <p:sp>
          <p:nvSpPr>
            <p:cNvPr id="89" name="等腰三角形 7"/>
            <p:cNvSpPr/>
            <p:nvPr/>
          </p:nvSpPr>
          <p:spPr>
            <a:xfrm rot="10800000" flipH="1">
              <a:off x="5569" y="1851670"/>
              <a:ext cx="72001" cy="72001"/>
            </a:xfrm>
            <a:prstGeom prst="triangle">
              <a:avLst/>
            </a:prstGeom>
            <a:solidFill>
              <a:srgbClr val="BFBFB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90" name="等腰三角形 9"/>
            <p:cNvSpPr/>
            <p:nvPr/>
          </p:nvSpPr>
          <p:spPr>
            <a:xfrm rot="10800000" flipH="1">
              <a:off x="5569" y="1953062"/>
              <a:ext cx="72001" cy="72001"/>
            </a:xfrm>
            <a:prstGeom prst="triangle">
              <a:avLst/>
            </a:prstGeom>
            <a:solidFill>
              <a:srgbClr val="BFBFB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91" name="等腰三角形 10"/>
            <p:cNvSpPr/>
            <p:nvPr/>
          </p:nvSpPr>
          <p:spPr>
            <a:xfrm rot="10800000" flipH="1">
              <a:off x="5569" y="2054452"/>
              <a:ext cx="72001" cy="72001"/>
            </a:xfrm>
            <a:prstGeom prst="triangle">
              <a:avLst/>
            </a:prstGeom>
            <a:solidFill>
              <a:srgbClr val="BFBFB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grpSp>
      <p:grpSp>
        <p:nvGrpSpPr>
          <p:cNvPr id="12" name="组合 11"/>
          <p:cNvGrpSpPr/>
          <p:nvPr/>
        </p:nvGrpSpPr>
        <p:grpSpPr>
          <a:xfrm>
            <a:off x="6848954" y="4339590"/>
            <a:ext cx="462783" cy="151587"/>
            <a:chOff x="3379015" y="4794990"/>
            <a:chExt cx="735022" cy="240761"/>
          </a:xfrm>
        </p:grpSpPr>
        <p:sp>
          <p:nvSpPr>
            <p:cNvPr id="9" name="等腰三角形 8"/>
            <p:cNvSpPr/>
            <p:nvPr/>
          </p:nvSpPr>
          <p:spPr>
            <a:xfrm rot="5400000">
              <a:off x="3362411" y="4811594"/>
              <a:ext cx="240761" cy="207553"/>
            </a:xfrm>
            <a:prstGeom prst="triangle">
              <a:avLst/>
            </a:prstGeom>
            <a:solidFill>
              <a:srgbClr val="0048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sp>
          <p:nvSpPr>
            <p:cNvPr id="10" name="等腰三角形 9"/>
            <p:cNvSpPr/>
            <p:nvPr/>
          </p:nvSpPr>
          <p:spPr>
            <a:xfrm rot="5400000">
              <a:off x="3619260" y="4811594"/>
              <a:ext cx="240761" cy="207553"/>
            </a:xfrm>
            <a:prstGeom prst="triangle">
              <a:avLst/>
            </a:prstGeom>
            <a:solidFill>
              <a:srgbClr val="0E78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sp>
          <p:nvSpPr>
            <p:cNvPr id="11" name="等腰三角形 10"/>
            <p:cNvSpPr/>
            <p:nvPr/>
          </p:nvSpPr>
          <p:spPr>
            <a:xfrm rot="5400000">
              <a:off x="3889880" y="4811594"/>
              <a:ext cx="240761" cy="207553"/>
            </a:xfrm>
            <a:prstGeom prst="triangle">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137512"/>
            <a:ext cx="12244922" cy="7010908"/>
          </a:xfrm>
          <a:prstGeom prst="rect">
            <a:avLst/>
          </a:prstGeom>
        </p:spPr>
      </p:pic>
      <p:sp>
        <p:nvSpPr>
          <p:cNvPr id="9" name="矩形 8"/>
          <p:cNvSpPr/>
          <p:nvPr/>
        </p:nvSpPr>
        <p:spPr>
          <a:xfrm>
            <a:off x="0" y="-137512"/>
            <a:ext cx="5140236" cy="7010908"/>
          </a:xfrm>
          <a:prstGeom prst="rect">
            <a:avLst/>
          </a:prstGeom>
          <a:gradFill>
            <a:gsLst>
              <a:gs pos="0">
                <a:schemeClr val="tx1">
                  <a:alpha val="63000"/>
                </a:schemeClr>
              </a:gs>
              <a:gs pos="100000">
                <a:schemeClr val="tx1">
                  <a:alpha val="0"/>
                </a:schemeClr>
              </a:gs>
              <a:gs pos="69000">
                <a:schemeClr val="tx1">
                  <a:alpha val="28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23" name="矩形 22"/>
          <p:cNvSpPr/>
          <p:nvPr/>
        </p:nvSpPr>
        <p:spPr>
          <a:xfrm>
            <a:off x="3906774" y="3587589"/>
            <a:ext cx="1201164" cy="453007"/>
          </a:xfrm>
          <a:prstGeom prst="rect">
            <a:avLst/>
          </a:prstGeom>
          <a:solidFill>
            <a:srgbClr val="0E78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3" name="矩形 2"/>
          <p:cNvSpPr/>
          <p:nvPr/>
        </p:nvSpPr>
        <p:spPr>
          <a:xfrm>
            <a:off x="3906774" y="4122572"/>
            <a:ext cx="1201164" cy="453007"/>
          </a:xfrm>
          <a:prstGeom prst="rect">
            <a:avLst/>
          </a:prstGeom>
          <a:solidFill>
            <a:srgbClr val="0E78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5" name="矩形 4"/>
          <p:cNvSpPr/>
          <p:nvPr/>
        </p:nvSpPr>
        <p:spPr>
          <a:xfrm>
            <a:off x="4207415" y="4664141"/>
            <a:ext cx="1201164" cy="453007"/>
          </a:xfrm>
          <a:prstGeom prst="rect">
            <a:avLst/>
          </a:prstGeom>
          <a:solidFill>
            <a:srgbClr val="0E78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19" name="文本框 18"/>
          <p:cNvSpPr txBox="1"/>
          <p:nvPr/>
        </p:nvSpPr>
        <p:spPr>
          <a:xfrm>
            <a:off x="771647" y="510903"/>
            <a:ext cx="10648706" cy="5614550"/>
          </a:xfrm>
          <a:prstGeom prst="rect">
            <a:avLst/>
          </a:prstGeom>
          <a:noFill/>
        </p:spPr>
        <p:txBody>
          <a:bodyPr wrap="square">
            <a:spAutoFit/>
          </a:bodyPr>
          <a:lstStyle/>
          <a:p>
            <a:pPr marL="0" marR="0" lvl="0" indent="0" algn="just" defTabSz="914400" rtl="0" eaLnBrk="1" fontAlgn="auto" latinLnBrk="0" hangingPunct="1">
              <a:lnSpc>
                <a:spcPct val="125000"/>
              </a:lnSpc>
              <a:spcBef>
                <a:spcPct val="0"/>
              </a:spcBef>
              <a:spcAft>
                <a:spcPct val="0"/>
              </a:spcAft>
              <a:buClrTx/>
              <a:buSzTx/>
              <a:buFontTx/>
              <a:buNone/>
              <a:defRPr/>
            </a:pPr>
            <a:endParaRPr kumimoji="0" lang="en-US" altLang="zh-CN" sz="18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endParaRPr kumimoji="0" lang="zh-CN" altLang="zh-CN" sz="18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32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今天青年人纷纷</a:t>
            </a:r>
            <a:r>
              <a:rPr lang="zh-CN" altLang="en-US" sz="3200" b="1" kern="100">
                <a:solidFill>
                  <a:prstClr val="white"/>
                </a:solidFill>
                <a:latin typeface="HYQiHei-60S" panose="00020600040101010101" pitchFamily="18" charset="-122"/>
                <a:ea typeface="汉仪雅酷黑-55W" panose="020B0504020202020204"/>
                <a:cs typeface="Times New Roman" panose="02020703060505090304" pitchFamily="18" charset="0"/>
              </a:rPr>
              <a:t>在自在的</a:t>
            </a:r>
            <a:r>
              <a:rPr kumimoji="0" lang="zh-CN" altLang="en-US" sz="32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生活</a:t>
            </a:r>
            <a:r>
              <a:rPr lang="zh-CN" altLang="en-US" sz="3200" b="1" kern="100">
                <a:solidFill>
                  <a:prstClr val="white"/>
                </a:solidFill>
                <a:latin typeface="HYQiHei-60S" panose="00020600040101010101" pitchFamily="18" charset="-122"/>
                <a:ea typeface="汉仪雅酷黑-55W" panose="020B0504020202020204"/>
                <a:cs typeface="Times New Roman" panose="02020703060505090304" pitchFamily="18" charset="0"/>
              </a:rPr>
              <a:t>里</a:t>
            </a:r>
            <a:r>
              <a:rPr kumimoji="0" lang="zh-CN" altLang="en-US" sz="32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奔赴热爱</a:t>
            </a: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0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在热爱里、时间会变慢</a:t>
            </a: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0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路可以慢慢走，星星可以慢慢看。</a:t>
            </a: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0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逛逛夜市、踩踩沙滩</a:t>
            </a:r>
            <a:endParaRPr kumimoji="0" lang="en-US" altLang="zh-CN" sz="20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endParaRPr kumimoji="0" lang="zh-CN" altLang="zh-CN" sz="28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800" b="1" i="0" u="none" strike="noStrike" kern="100" cap="none" spc="0" normalizeH="0" baseline="0" noProof="0">
                <a:ln>
                  <a:noFill/>
                </a:ln>
                <a:solidFill>
                  <a:srgbClr val="00B0F0"/>
                </a:solidFill>
                <a:effectLst/>
                <a:uLnTx/>
                <a:uFillTx/>
                <a:latin typeface="HYQiHei-60S" panose="00020600040101010101" pitchFamily="18" charset="-122"/>
                <a:ea typeface="汉仪雅酷黑-55W" panose="020B0504020202020204"/>
                <a:cs typeface="Times New Roman" panose="02020703060505090304" pitchFamily="18" charset="0"/>
              </a:rPr>
              <a:t>热爱 </a:t>
            </a:r>
            <a:r>
              <a:rPr kumimoji="0" lang="zh-CN" altLang="zh-CN"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是</a:t>
            </a:r>
            <a:r>
              <a:rPr kumimoji="0" lang="zh-CN" altLang="en-US"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大众生活里的 </a:t>
            </a:r>
            <a:r>
              <a:rPr kumimoji="0" lang="zh-CN" altLang="zh-CN" sz="2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烟火气</a:t>
            </a:r>
            <a:endParaRPr kumimoji="0" lang="zh-CN" altLang="zh-CN" sz="28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800" b="1" i="0" u="none" strike="noStrike" kern="100" cap="none" spc="0" normalizeH="0" baseline="0" noProof="0">
                <a:ln>
                  <a:noFill/>
                </a:ln>
                <a:solidFill>
                  <a:srgbClr val="00B0F0"/>
                </a:solidFill>
                <a:effectLst/>
                <a:uLnTx/>
                <a:uFillTx/>
                <a:latin typeface="HYQiHei-60S" panose="00020600040101010101" pitchFamily="18" charset="-122"/>
                <a:ea typeface="汉仪雅酷黑-55W" panose="020B0504020202020204"/>
                <a:cs typeface="Times New Roman" panose="02020703060505090304" pitchFamily="18" charset="0"/>
              </a:rPr>
              <a:t>热爱 </a:t>
            </a:r>
            <a:r>
              <a:rPr kumimoji="0" lang="zh-CN" altLang="zh-CN"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是原始节奏里的</a:t>
            </a:r>
            <a:r>
              <a:rPr lang="en-US" altLang="zh-CN" sz="2400" b="1" kern="100">
                <a:solidFill>
                  <a:prstClr val="white"/>
                </a:solidFill>
                <a:latin typeface="HYQiHei-60S" panose="00020600040101010101" pitchFamily="18" charset="-122"/>
                <a:ea typeface="汉仪雅酷黑-55W" panose="020B0504020202020204"/>
                <a:cs typeface="Times New Roman" panose="02020703060505090304" pitchFamily="18" charset="0"/>
              </a:rPr>
              <a:t> </a:t>
            </a:r>
            <a:r>
              <a:rPr kumimoji="0" lang="zh-CN" altLang="zh-CN" sz="2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自</a:t>
            </a:r>
            <a:r>
              <a:rPr kumimoji="0" lang="zh-CN" altLang="en-US" sz="2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在</a:t>
            </a:r>
            <a:r>
              <a:rPr kumimoji="0" lang="zh-CN" altLang="zh-CN" sz="2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感</a:t>
            </a: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2800" b="1" i="0" u="none" strike="noStrike" kern="100" cap="none" spc="0" normalizeH="0" baseline="0" noProof="0">
                <a:ln>
                  <a:noFill/>
                </a:ln>
                <a:solidFill>
                  <a:srgbClr val="00B0F0"/>
                </a:solidFill>
                <a:effectLst/>
                <a:uLnTx/>
                <a:uFillTx/>
                <a:latin typeface="HYQiHei-60S" panose="00020600040101010101" pitchFamily="18" charset="-122"/>
                <a:ea typeface="汉仪雅酷黑-55W" panose="020B0504020202020204"/>
                <a:cs typeface="Times New Roman" panose="02020703060505090304" pitchFamily="18" charset="0"/>
              </a:rPr>
              <a:t>热爱 </a:t>
            </a:r>
            <a:r>
              <a:rPr kumimoji="0" lang="zh-CN" altLang="zh-CN"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是</a:t>
            </a:r>
            <a:r>
              <a:rPr kumimoji="0" lang="zh-CN" altLang="en-US"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真实生活之外</a:t>
            </a:r>
            <a:r>
              <a:rPr kumimoji="0" lang="zh-CN" altLang="zh-CN"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的</a:t>
            </a:r>
            <a:r>
              <a:rPr kumimoji="0" lang="en-US" altLang="zh-CN" sz="24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 </a:t>
            </a:r>
            <a:r>
              <a:rPr kumimoji="0" lang="zh-CN" altLang="zh-CN" sz="2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想象感</a:t>
            </a:r>
          </a:p>
          <a:p>
            <a:pPr marL="0" marR="0" lvl="0" indent="0" algn="just" defTabSz="914400" rtl="0" eaLnBrk="1" fontAlgn="auto" latinLnBrk="0" hangingPunct="1">
              <a:lnSpc>
                <a:spcPct val="125000"/>
              </a:lnSpc>
              <a:spcBef>
                <a:spcPct val="0"/>
              </a:spcBef>
              <a:spcAft>
                <a:spcPct val="0"/>
              </a:spcAft>
              <a:buClrTx/>
              <a:buSzTx/>
              <a:buFontTx/>
              <a:buNone/>
              <a:defRPr/>
            </a:pPr>
            <a:r>
              <a:rPr kumimoji="0" lang="en-US" altLang="zh-CN" sz="1800" b="1"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rPr>
              <a:t> </a:t>
            </a:r>
            <a:endParaRPr kumimoji="0" lang="zh-CN" altLang="zh-CN" sz="1800" b="0" i="0" u="none" strike="noStrike" kern="100" cap="none" spc="0" normalizeH="0" baseline="0" noProof="0">
              <a:ln>
                <a:noFill/>
              </a:ln>
              <a:solidFill>
                <a:prstClr val="white"/>
              </a:solidFill>
              <a:effectLst/>
              <a:uLnTx/>
              <a:uFillTx/>
              <a:latin typeface="HYQiHei-60S" panose="00020600040101010101" pitchFamily="18" charset="-122"/>
              <a:ea typeface="汉仪雅酷黑-55W" panose="020B0504020202020204"/>
              <a:cs typeface="Times New Roman" panose="02020703060505090304" pitchFamily="18" charset="0"/>
            </a:endParaRPr>
          </a:p>
          <a:p>
            <a:pPr marL="0" marR="0" lvl="0" indent="0" algn="just" defTabSz="914400" rtl="0" eaLnBrk="1" fontAlgn="auto" latinLnBrk="0" hangingPunct="1">
              <a:lnSpc>
                <a:spcPct val="125000"/>
              </a:lnSpc>
              <a:spcBef>
                <a:spcPct val="0"/>
              </a:spcBef>
              <a:spcAft>
                <a:spcPct val="0"/>
              </a:spcAft>
              <a:buClrTx/>
              <a:buSzTx/>
              <a:buFontTx/>
              <a:buNone/>
              <a:defRPr/>
            </a:pPr>
            <a:r>
              <a:rPr kumimoji="0" lang="zh-CN" altLang="en-US" sz="32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热爱</a:t>
            </a:r>
            <a:r>
              <a:rPr kumimoji="0" lang="zh-CN" altLang="zh-CN" sz="32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a:t>
            </a:r>
            <a:r>
              <a:rPr kumimoji="0" lang="zh-CN" altLang="zh-CN"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是</a:t>
            </a:r>
            <a:r>
              <a:rPr kumimoji="0" lang="zh-CN" altLang="en-US"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大众</a:t>
            </a:r>
            <a:r>
              <a:rPr kumimoji="0" lang="zh-CN" altLang="zh-CN"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对</a:t>
            </a:r>
            <a:r>
              <a:rPr kumimoji="0" lang="zh-CN" altLang="en-US" sz="3200" b="1" i="0" u="none" strike="noStrike" kern="100" cap="none" spc="0" normalizeH="0" baseline="0" noProof="0">
                <a:ln>
                  <a:noFill/>
                </a:ln>
                <a:solidFill>
                  <a:srgbClr val="00B0F0"/>
                </a:solidFill>
                <a:effectLst/>
                <a:highlight>
                  <a:srgbClr val="F7F8FC"/>
                </a:highlight>
                <a:uLnTx/>
                <a:uFillTx/>
                <a:latin typeface="微软雅黑" panose="020B0503020204020204" charset="-122"/>
                <a:ea typeface="汉仪雅酷黑-55W" panose="020B0504020202020204"/>
                <a:cs typeface="Times New Roman" panose="02020703060505090304" pitchFamily="18" charset="0"/>
              </a:rPr>
              <a:t>自在</a:t>
            </a:r>
            <a:r>
              <a:rPr kumimoji="0" lang="zh-CN" altLang="zh-CN" sz="3200" b="1" i="0" u="none" strike="noStrike" kern="1200" cap="none" spc="0" normalizeH="0" baseline="0" noProof="0">
                <a:ln>
                  <a:noFill/>
                </a:ln>
                <a:solidFill>
                  <a:srgbClr val="00B0F0"/>
                </a:solidFill>
                <a:effectLst/>
                <a:highlight>
                  <a:srgbClr val="F7F8FC"/>
                </a:highlight>
                <a:uLnTx/>
                <a:uFillTx/>
                <a:latin typeface="微软雅黑" panose="020B0503020204020204" charset="-122"/>
                <a:ea typeface="汉仪雅酷黑-55W" panose="020B0504020202020204"/>
                <a:cs typeface="+mn-cs"/>
              </a:rPr>
              <a:t>生活</a:t>
            </a:r>
            <a:r>
              <a:rPr kumimoji="0" lang="zh-CN" altLang="zh-CN"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的追寻，是对</a:t>
            </a:r>
            <a:r>
              <a:rPr kumimoji="0" lang="zh-CN" altLang="zh-CN" sz="3200" b="1" i="0" u="none" strike="noStrike" kern="1200" cap="none" spc="0" normalizeH="0" baseline="0" noProof="0">
                <a:ln>
                  <a:noFill/>
                </a:ln>
                <a:solidFill>
                  <a:srgbClr val="00B0F0"/>
                </a:solidFill>
                <a:effectLst/>
                <a:highlight>
                  <a:srgbClr val="F7F8FC"/>
                </a:highlight>
                <a:uLnTx/>
                <a:uFillTx/>
                <a:latin typeface="微软雅黑" panose="020B0503020204020204" charset="-122"/>
                <a:ea typeface="汉仪雅酷黑-55W" panose="020B0504020202020204"/>
                <a:cs typeface="+mn-cs"/>
              </a:rPr>
              <a:t>内心旷野</a:t>
            </a:r>
            <a:r>
              <a:rPr kumimoji="0" lang="zh-CN" altLang="zh-CN"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的</a:t>
            </a:r>
            <a:r>
              <a:rPr lang="zh-CN" altLang="en-US" sz="2000" b="1" kern="100">
                <a:solidFill>
                  <a:srgbClr val="00B0F0"/>
                </a:solidFill>
                <a:highlight>
                  <a:srgbClr val="F7F8FC"/>
                </a:highlight>
                <a:latin typeface="HYQiHei-60S" panose="00020600040101010101" pitchFamily="18" charset="-122"/>
                <a:ea typeface="汉仪雅酷黑-55W" panose="020B0504020202020204"/>
                <a:cs typeface="Times New Roman" panose="02020703060505090304" pitchFamily="18" charset="0"/>
              </a:rPr>
              <a:t>探索</a:t>
            </a:r>
            <a:r>
              <a:rPr kumimoji="0" lang="zh-CN" altLang="zh-CN" sz="2000" b="1"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rPr>
              <a:t>。</a:t>
            </a:r>
            <a:endParaRPr kumimoji="0" lang="zh-CN" altLang="zh-CN" sz="2000" b="0" i="0" u="none" strike="noStrike" kern="100" cap="none" spc="0" normalizeH="0" baseline="0" noProof="0">
              <a:ln>
                <a:noFill/>
              </a:ln>
              <a:solidFill>
                <a:srgbClr val="00B0F0"/>
              </a:solidFill>
              <a:effectLst/>
              <a:highlight>
                <a:srgbClr val="F7F8FC"/>
              </a:highlight>
              <a:uLnTx/>
              <a:uFillTx/>
              <a:latin typeface="HYQiHei-60S" panose="00020600040101010101" pitchFamily="18" charset="-122"/>
              <a:ea typeface="汉仪雅酷黑-55W" panose="020B0504020202020204"/>
              <a:cs typeface="Times New Roman" panose="02020703060505090304" pitchFamily="18" charset="0"/>
            </a:endParaRPr>
          </a:p>
        </p:txBody>
      </p:sp>
      <p:grpSp>
        <p:nvGrpSpPr>
          <p:cNvPr id="39" name="组合 4"/>
          <p:cNvGrpSpPr/>
          <p:nvPr/>
        </p:nvGrpSpPr>
        <p:grpSpPr>
          <a:xfrm>
            <a:off x="482848" y="0"/>
            <a:ext cx="72002" cy="1214930"/>
            <a:chOff x="5569" y="397821"/>
            <a:chExt cx="72001" cy="1728632"/>
          </a:xfrm>
          <a:solidFill>
            <a:schemeClr val="bg1"/>
          </a:solidFill>
        </p:grpSpPr>
        <p:sp>
          <p:nvSpPr>
            <p:cNvPr id="40" name="直接连接符 6"/>
            <p:cNvSpPr/>
            <p:nvPr/>
          </p:nvSpPr>
          <p:spPr>
            <a:xfrm flipH="1">
              <a:off x="41569" y="397821"/>
              <a:ext cx="0" cy="1453851"/>
            </a:xfrm>
            <a:prstGeom prst="line">
              <a:avLst/>
            </a:prstGeom>
            <a:grpFill/>
            <a:ln w="28575" cap="flat">
              <a:solidFill>
                <a:schemeClr val="bg1"/>
              </a:solidFill>
              <a:prstDash val="solid"/>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prstClr val="black"/>
                </a:solidFill>
                <a:effectLst/>
                <a:uLnTx/>
                <a:uFillTx/>
                <a:latin typeface="HYQiHei-60S" panose="00020600040101010101" pitchFamily="18" charset="-122"/>
                <a:ea typeface="+mn-ea"/>
                <a:cs typeface="+mn-cs"/>
              </a:endParaRPr>
            </a:p>
          </p:txBody>
        </p:sp>
        <p:sp>
          <p:nvSpPr>
            <p:cNvPr id="41" name="等腰三角形 7"/>
            <p:cNvSpPr/>
            <p:nvPr/>
          </p:nvSpPr>
          <p:spPr>
            <a:xfrm rot="10800000" flipH="1">
              <a:off x="5569" y="1851670"/>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42" name="等腰三角形 9"/>
            <p:cNvSpPr/>
            <p:nvPr/>
          </p:nvSpPr>
          <p:spPr>
            <a:xfrm rot="10800000" flipH="1">
              <a:off x="5569" y="1953062"/>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43" name="等腰三角形 10"/>
            <p:cNvSpPr/>
            <p:nvPr/>
          </p:nvSpPr>
          <p:spPr>
            <a:xfrm rot="10800000" flipH="1">
              <a:off x="5569" y="2054452"/>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人穿着绿色裙子&#10;&#10;低可信度描述已自动生成"/>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3066" y="-25401"/>
            <a:ext cx="12195066" cy="7475943"/>
          </a:xfrm>
          <a:prstGeom prst="rect">
            <a:avLst/>
          </a:prstGeom>
        </p:spPr>
      </p:pic>
      <p:cxnSp>
        <p:nvCxnSpPr>
          <p:cNvPr id="24" name="直线连接符 1"/>
          <p:cNvCxnSpPr/>
          <p:nvPr/>
        </p:nvCxnSpPr>
        <p:spPr>
          <a:xfrm flipH="1">
            <a:off x="633663" y="0"/>
            <a:ext cx="0" cy="17409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任意多边形: 形状 13"/>
          <p:cNvSpPr/>
          <p:nvPr/>
        </p:nvSpPr>
        <p:spPr>
          <a:xfrm>
            <a:off x="70660" y="-12811"/>
            <a:ext cx="9783078" cy="7463353"/>
          </a:xfrm>
          <a:custGeom>
            <a:avLst/>
            <a:gdLst>
              <a:gd name="connsiteX0" fmla="*/ 0 w 7582909"/>
              <a:gd name="connsiteY0" fmla="*/ 0 h 7155988"/>
              <a:gd name="connsiteX1" fmla="*/ 7582909 w 7582909"/>
              <a:gd name="connsiteY1" fmla="*/ 0 h 7155988"/>
              <a:gd name="connsiteX2" fmla="*/ 5793912 w 7582909"/>
              <a:gd name="connsiteY2" fmla="*/ 7155988 h 7155988"/>
              <a:gd name="connsiteX3" fmla="*/ 0 w 7582909"/>
              <a:gd name="connsiteY3" fmla="*/ 7155988 h 7155988"/>
            </a:gdLst>
            <a:ahLst/>
            <a:cxnLst>
              <a:cxn ang="0">
                <a:pos x="connsiteX0" y="connsiteY0"/>
              </a:cxn>
              <a:cxn ang="0">
                <a:pos x="connsiteX1" y="connsiteY1"/>
              </a:cxn>
              <a:cxn ang="0">
                <a:pos x="connsiteX2" y="connsiteY2"/>
              </a:cxn>
              <a:cxn ang="0">
                <a:pos x="connsiteX3" y="connsiteY3"/>
              </a:cxn>
            </a:cxnLst>
            <a:rect l="l" t="t" r="r" b="b"/>
            <a:pathLst>
              <a:path w="7582909" h="7155988">
                <a:moveTo>
                  <a:pt x="0" y="0"/>
                </a:moveTo>
                <a:lnTo>
                  <a:pt x="7582909" y="0"/>
                </a:lnTo>
                <a:lnTo>
                  <a:pt x="5793912" y="7155988"/>
                </a:lnTo>
                <a:lnTo>
                  <a:pt x="0" y="7155988"/>
                </a:lnTo>
                <a:close/>
              </a:path>
            </a:pathLst>
          </a:cu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文本框 5"/>
          <p:cNvSpPr txBox="1"/>
          <p:nvPr/>
        </p:nvSpPr>
        <p:spPr>
          <a:xfrm>
            <a:off x="2338262" y="2200904"/>
            <a:ext cx="8392395" cy="523220"/>
          </a:xfrm>
          <a:prstGeom prst="rect">
            <a:avLst/>
          </a:prstGeom>
          <a:noFill/>
        </p:spPr>
        <p:txBody>
          <a:bodyPr wrap="square">
            <a:spAutoFit/>
          </a:bodyPr>
          <a:lstStyle/>
          <a:p>
            <a:r>
              <a:rPr lang="zh-CN" altLang="en-US" sz="2400" b="1" i="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一口伊利牧场，</a:t>
            </a:r>
            <a:r>
              <a:rPr lang="zh-CN" altLang="en-US" sz="2800" b="1" i="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 一场</a:t>
            </a:r>
            <a:r>
              <a:rPr lang="zh-CN" altLang="en-US" sz="2800" b="1" i="1" kern="100" spc="600">
                <a:solidFill>
                  <a:srgbClr val="00B0F0"/>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自由奔赴</a:t>
            </a:r>
            <a:endParaRPr lang="zh-CN" altLang="en-US" sz="2800" b="1" i="1" spc="600">
              <a:solidFill>
                <a:srgbClr val="00B0F0"/>
              </a:solidFill>
              <a:effectLst>
                <a:outerShdw blurRad="38100" dist="38100" dir="2700000" algn="tl">
                  <a:srgbClr val="000000">
                    <a:alpha val="43137"/>
                  </a:srgbClr>
                </a:outerShdw>
              </a:effectLst>
            </a:endParaRPr>
          </a:p>
        </p:txBody>
      </p:sp>
      <p:grpSp>
        <p:nvGrpSpPr>
          <p:cNvPr id="20" name="组合 4"/>
          <p:cNvGrpSpPr/>
          <p:nvPr/>
        </p:nvGrpSpPr>
        <p:grpSpPr>
          <a:xfrm rot="16200000">
            <a:off x="9148796" y="5148010"/>
            <a:ext cx="72002" cy="1214930"/>
            <a:chOff x="5569" y="397821"/>
            <a:chExt cx="72001" cy="1728632"/>
          </a:xfrm>
          <a:solidFill>
            <a:schemeClr val="bg1"/>
          </a:solidFill>
        </p:grpSpPr>
        <p:sp>
          <p:nvSpPr>
            <p:cNvPr id="21" name="直接连接符 6"/>
            <p:cNvSpPr/>
            <p:nvPr/>
          </p:nvSpPr>
          <p:spPr>
            <a:xfrm flipH="1">
              <a:off x="41569" y="397821"/>
              <a:ext cx="0" cy="1453851"/>
            </a:xfrm>
            <a:prstGeom prst="line">
              <a:avLst/>
            </a:prstGeom>
            <a:grpFill/>
            <a:ln w="28575" cap="flat">
              <a:solidFill>
                <a:schemeClr val="bg1"/>
              </a:solidFill>
              <a:prstDash val="solid"/>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prstClr val="black"/>
                </a:solidFill>
                <a:effectLst/>
                <a:uLnTx/>
                <a:uFillTx/>
                <a:latin typeface="HYQiHei-60S" panose="00020600040101010101" pitchFamily="18" charset="-122"/>
                <a:ea typeface="+mn-ea"/>
                <a:cs typeface="+mn-cs"/>
              </a:endParaRPr>
            </a:p>
          </p:txBody>
        </p:sp>
        <p:sp>
          <p:nvSpPr>
            <p:cNvPr id="23" name="等腰三角形 7"/>
            <p:cNvSpPr/>
            <p:nvPr/>
          </p:nvSpPr>
          <p:spPr>
            <a:xfrm rot="10800000" flipH="1">
              <a:off x="5569" y="1851670"/>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25" name="等腰三角形 9"/>
            <p:cNvSpPr/>
            <p:nvPr/>
          </p:nvSpPr>
          <p:spPr>
            <a:xfrm rot="10800000" flipH="1">
              <a:off x="5569" y="1953062"/>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sp>
          <p:nvSpPr>
            <p:cNvPr id="26" name="等腰三角形 10"/>
            <p:cNvSpPr/>
            <p:nvPr/>
          </p:nvSpPr>
          <p:spPr>
            <a:xfrm rot="10800000" flipH="1">
              <a:off x="5569" y="2054452"/>
              <a:ext cx="72001" cy="72001"/>
            </a:xfrm>
            <a:prstGeom prst="triangle">
              <a:avLst/>
            </a:prstGeom>
            <a:grpFill/>
            <a:ln w="28575" cap="flat">
              <a:solidFill>
                <a:schemeClr val="bg1"/>
              </a:solid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solidFill>
                    <a:srgbClr val="FFFFFF"/>
                  </a:solidFill>
                </a:defRPr>
              </a:pPr>
              <a:endParaRPr kumimoji="0" sz="1800" b="0" i="0" u="none" strike="noStrike" kern="1200" cap="none" spc="0" normalizeH="0" baseline="0" noProof="0">
                <a:ln>
                  <a:noFill/>
                </a:ln>
                <a:solidFill>
                  <a:srgbClr val="FFFFFF"/>
                </a:solidFill>
                <a:effectLst/>
                <a:uLnTx/>
                <a:uFillTx/>
                <a:latin typeface="HYQiHei-60S" panose="00020600040101010101" pitchFamily="18" charset="-122"/>
                <a:ea typeface="+mn-ea"/>
                <a:cs typeface="+mn-cs"/>
              </a:endParaRPr>
            </a:p>
          </p:txBody>
        </p:sp>
      </p:grpSp>
      <p:cxnSp>
        <p:nvCxnSpPr>
          <p:cNvPr id="30" name="直接连接符 29"/>
          <p:cNvCxnSpPr/>
          <p:nvPr/>
        </p:nvCxnSpPr>
        <p:spPr>
          <a:xfrm flipH="1">
            <a:off x="9608605" y="-12811"/>
            <a:ext cx="318859" cy="923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9870315" y="-12811"/>
            <a:ext cx="144386" cy="4179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503362" y="3309216"/>
            <a:ext cx="8392395" cy="584775"/>
          </a:xfrm>
          <a:prstGeom prst="rect">
            <a:avLst/>
          </a:prstGeom>
          <a:noFill/>
        </p:spPr>
        <p:txBody>
          <a:bodyPr wrap="square">
            <a:spAutoFit/>
          </a:bodyPr>
          <a:lstStyle/>
          <a:p>
            <a:r>
              <a:rPr lang="zh-CN" altLang="en-US" sz="3200" b="1" i="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一口伊利牧场，一次</a:t>
            </a:r>
            <a:r>
              <a:rPr lang="zh-CN" altLang="en-US" sz="3200" b="1" i="1" kern="100" spc="600">
                <a:solidFill>
                  <a:srgbClr val="00B0F0"/>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生活释放</a:t>
            </a:r>
          </a:p>
        </p:txBody>
      </p:sp>
      <p:sp>
        <p:nvSpPr>
          <p:cNvPr id="4" name="文本框 3"/>
          <p:cNvSpPr txBox="1"/>
          <p:nvPr/>
        </p:nvSpPr>
        <p:spPr>
          <a:xfrm>
            <a:off x="2706562" y="4434234"/>
            <a:ext cx="8392395" cy="707886"/>
          </a:xfrm>
          <a:prstGeom prst="rect">
            <a:avLst/>
          </a:prstGeom>
          <a:noFill/>
        </p:spPr>
        <p:txBody>
          <a:bodyPr wrap="square">
            <a:spAutoFit/>
          </a:bodyPr>
          <a:lstStyle/>
          <a:p>
            <a:r>
              <a:rPr lang="zh-CN" altLang="en-US" sz="4000" b="1" i="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一口伊利牧场，一次</a:t>
            </a:r>
            <a:r>
              <a:rPr lang="zh-CN" altLang="en-US" sz="4000" b="1" i="1" kern="100" spc="600">
                <a:solidFill>
                  <a:srgbClr val="00B0F0"/>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旷野想象</a:t>
            </a:r>
          </a:p>
        </p:txBody>
      </p:sp>
      <p:sp>
        <p:nvSpPr>
          <p:cNvPr id="3" name="标题 1"/>
          <p:cNvSpPr txBox="1"/>
          <p:nvPr/>
        </p:nvSpPr>
        <p:spPr>
          <a:xfrm>
            <a:off x="838200" y="43126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kumimoji="1" lang="en-US" altLang="zh-CN" sz="3200" b="1" spc="300">
                <a:solidFill>
                  <a:schemeClr val="bg1"/>
                </a:solidFill>
                <a:latin typeface="+mn-lt"/>
                <a:ea typeface="汉仪雅酷黑-55W" panose="020B0504020202020204"/>
                <a:cs typeface="+mn-cs"/>
              </a:rPr>
              <a:t>2025</a:t>
            </a:r>
            <a:r>
              <a:rPr kumimoji="1" lang="zh-CN" altLang="en-US" sz="3200" b="1" spc="300">
                <a:solidFill>
                  <a:schemeClr val="bg1"/>
                </a:solidFill>
                <a:latin typeface="+mn-lt"/>
                <a:ea typeface="汉仪雅酷黑-55W" panose="020B0504020202020204"/>
                <a:cs typeface="+mn-cs"/>
              </a:rPr>
              <a:t>年，伊利牧场要落地什么样的热爱？</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树上的叶子&#10;&#10;描述已自动生成"/>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flipH="1">
            <a:off x="9578542" y="-233685"/>
            <a:ext cx="2655904" cy="7091685"/>
          </a:xfrm>
          <a:prstGeom prst="rect">
            <a:avLst/>
          </a:prstGeom>
        </p:spPr>
      </p:pic>
      <p:pic>
        <p:nvPicPr>
          <p:cNvPr id="7" name="图片 6" descr="树上的叶子&#10;&#10;描述已自动生成"/>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 y="-233685"/>
            <a:ext cx="9578543" cy="7091685"/>
          </a:xfrm>
          <a:prstGeom prst="rect">
            <a:avLst/>
          </a:prstGeom>
        </p:spPr>
      </p:pic>
      <p:sp>
        <p:nvSpPr>
          <p:cNvPr id="10" name="矩形"/>
          <p:cNvSpPr/>
          <p:nvPr/>
        </p:nvSpPr>
        <p:spPr>
          <a:xfrm>
            <a:off x="-1500" y="-270972"/>
            <a:ext cx="12193500" cy="7128972"/>
          </a:xfrm>
          <a:prstGeom prst="rect">
            <a:avLst/>
          </a:prstGeom>
          <a:solidFill>
            <a:srgbClr val="15041D">
              <a:alpha val="18000"/>
            </a:srgbClr>
          </a:solidFill>
          <a:ln w="12700">
            <a:miter lim="400000"/>
          </a:ln>
        </p:spPr>
        <p:txBody>
          <a:bodyPr lIns="35719" tIns="35719" rIns="35719" bIns="35719" anchor="ctr"/>
          <a:lstStyle/>
          <a:p>
            <a:pPr marL="0" marR="0" lvl="0" indent="0" algn="l" defTabSz="914400" rtl="0" eaLnBrk="1" fontAlgn="auto" latinLnBrk="0" hangingPunct="1">
              <a:lnSpc>
                <a:spcPct val="100000"/>
              </a:lnSpc>
              <a:spcBef>
                <a:spcPct val="0"/>
              </a:spcBef>
              <a:spcAft>
                <a:spcPct val="0"/>
              </a:spcAft>
              <a:buClrTx/>
              <a:buSzTx/>
              <a:buFontTx/>
              <a:buNone/>
              <a:defRPr sz="3000" b="0">
                <a:solidFill>
                  <a:srgbClr val="FFFFFF"/>
                </a:solidFill>
                <a:latin typeface="+mn-lt"/>
                <a:ea typeface="+mn-ea"/>
                <a:cs typeface="+mn-cs"/>
                <a:sym typeface="Helvetica Neue Medium" panose="02000503000000020004"/>
              </a:defRPr>
            </a:pPr>
            <a:endParaRPr kumimoji="0" sz="1500" b="0" i="0" u="none" strike="noStrike" kern="1200" cap="none" spc="0" normalizeH="0" baseline="0" noProof="0">
              <a:ln>
                <a:noFill/>
              </a:ln>
              <a:solidFill>
                <a:srgbClr val="FFFFFF"/>
              </a:solidFill>
              <a:effectLst/>
              <a:uLnTx/>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cxnSp>
        <p:nvCxnSpPr>
          <p:cNvPr id="24" name="直线连接符 1"/>
          <p:cNvCxnSpPr/>
          <p:nvPr/>
        </p:nvCxnSpPr>
        <p:spPr>
          <a:xfrm flipH="1">
            <a:off x="633663" y="0"/>
            <a:ext cx="0" cy="17409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rot="15818773">
            <a:off x="4091243" y="1694729"/>
            <a:ext cx="4023178" cy="4146651"/>
          </a:xfrm>
          <a:prstGeom prst="ellipse">
            <a:avLst/>
          </a:prstGeom>
          <a:solidFill>
            <a:schemeClr val="bg1">
              <a:alpha val="77000"/>
            </a:scheme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3139440" y="2504347"/>
            <a:ext cx="5913120" cy="2666243"/>
          </a:xfrm>
          <a:prstGeom prst="rect">
            <a:avLst/>
          </a:prstGeom>
          <a:noFill/>
        </p:spPr>
        <p:txBody>
          <a:bodyPr wrap="square">
            <a:spAutoFit/>
          </a:bodyPr>
          <a:lstStyle/>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000"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每个人心中都有一片牧场</a:t>
            </a:r>
          </a:p>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000"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伊利牧场是对于生活的旷野想象</a:t>
            </a:r>
          </a:p>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人生不是固定的方程式</a:t>
            </a:r>
            <a:endParaRPr kumimoji="1" lang="en-US" altLang="zh-CN"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endParaRPr>
          </a:p>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也没有唯一答案</a:t>
            </a:r>
          </a:p>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生活应该像风一样呼啸而过，</a:t>
            </a:r>
            <a:endParaRPr kumimoji="1" lang="en-US" altLang="zh-CN"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endParaRPr>
          </a:p>
          <a:p>
            <a:pPr marL="0" marR="0" lvl="0" indent="0" algn="ctr" defTabSz="914400" rtl="0" eaLnBrk="1" fontAlgn="auto" latinLnBrk="0" hangingPunct="1">
              <a:lnSpc>
                <a:spcPct val="125000"/>
              </a:lnSpc>
              <a:spcBef>
                <a:spcPct val="0"/>
              </a:spcBef>
              <a:spcAft>
                <a:spcPct val="0"/>
              </a:spcAft>
              <a:buClrTx/>
              <a:buSzTx/>
              <a:buFontTx/>
              <a:buNone/>
              <a:defRPr/>
            </a:pPr>
            <a:r>
              <a:rPr kumimoji="1" lang="zh-CN" altLang="en-US" sz="24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rPr>
              <a:t>像云一样自在生长</a:t>
            </a:r>
            <a:endParaRPr kumimoji="1" lang="zh-CN" altLang="en-US" sz="1600" b="1" i="0" u="none" strike="noStrike" kern="1200" cap="none" spc="-150" normalizeH="0" baseline="0" noProof="0">
              <a:ln>
                <a:noFill/>
              </a:ln>
              <a:effectLst/>
              <a:uLnTx/>
              <a:uFillTx/>
              <a:latin typeface="汉仪雅酷黑-55W" panose="020B0504020202020204" pitchFamily="34" charset="-122"/>
              <a:ea typeface="汉仪雅酷黑-55W" panose="020B0504020202020204" pitchFamily="34" charset="-122"/>
              <a:cs typeface="+mn-cs"/>
            </a:endParaRPr>
          </a:p>
        </p:txBody>
      </p:sp>
      <p:sp>
        <p:nvSpPr>
          <p:cNvPr id="22" name="标题 1"/>
          <p:cNvSpPr txBox="1"/>
          <p:nvPr/>
        </p:nvSpPr>
        <p:spPr>
          <a:xfrm>
            <a:off x="838200" y="5708970"/>
            <a:ext cx="10515600" cy="7184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kumimoji="1" lang="zh-CN" altLang="en-US" sz="3600" b="1" spc="600">
                <a:solidFill>
                  <a:schemeClr val="bg1"/>
                </a:solidFill>
                <a:effectLst>
                  <a:outerShdw blurRad="38100" dist="38100" dir="2700000" algn="tl">
                    <a:srgbClr val="000000">
                      <a:alpha val="43137"/>
                    </a:srgbClr>
                  </a:outerShdw>
                </a:effectLst>
                <a:latin typeface="+mn-lt"/>
                <a:ea typeface="汉仪雅酷黑-55W" panose="020B0504020202020204" pitchFamily="34" charset="-122"/>
                <a:cs typeface="+mn-cs"/>
              </a:rPr>
              <a:t>这一次我们一起，去自在的</a:t>
            </a:r>
            <a:r>
              <a:rPr kumimoji="1" lang="zh-CN" altLang="en-US" sz="4000" b="1" spc="600">
                <a:solidFill>
                  <a:srgbClr val="00B0F0"/>
                </a:solidFill>
                <a:effectLst>
                  <a:outerShdw blurRad="38100" dist="38100" dir="2700000" algn="tl">
                    <a:srgbClr val="000000">
                      <a:alpha val="43137"/>
                    </a:srgbClr>
                  </a:outerShdw>
                </a:effectLst>
                <a:latin typeface="+mn-lt"/>
                <a:ea typeface="汉仪雅酷黑-55W" panose="020B0504020202020204" pitchFamily="34" charset="-122"/>
                <a:cs typeface="+mn-cs"/>
              </a:rPr>
              <a:t>热爱</a:t>
            </a:r>
            <a:r>
              <a:rPr kumimoji="1" lang="zh-CN" altLang="en-US" sz="3600" b="1" spc="600">
                <a:solidFill>
                  <a:srgbClr val="00B0F0"/>
                </a:solidFill>
                <a:effectLst>
                  <a:outerShdw blurRad="38100" dist="38100" dir="2700000" algn="tl">
                    <a:srgbClr val="000000">
                      <a:alpha val="43137"/>
                    </a:srgbClr>
                  </a:outerShdw>
                </a:effectLst>
                <a:latin typeface="+mn-lt"/>
                <a:ea typeface="汉仪雅酷黑-55W" panose="020B0504020202020204" pitchFamily="34" charset="-122"/>
                <a:cs typeface="+mn-cs"/>
              </a:rPr>
              <a:t>！</a:t>
            </a:r>
          </a:p>
        </p:txBody>
      </p:sp>
      <p:cxnSp>
        <p:nvCxnSpPr>
          <p:cNvPr id="30" name="直接连接符 29"/>
          <p:cNvCxnSpPr/>
          <p:nvPr/>
        </p:nvCxnSpPr>
        <p:spPr>
          <a:xfrm flipH="1">
            <a:off x="9608605" y="-284481"/>
            <a:ext cx="318859" cy="923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9870315" y="-284481"/>
            <a:ext cx="144386" cy="4179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txBox="1"/>
          <p:nvPr/>
        </p:nvSpPr>
        <p:spPr>
          <a:xfrm>
            <a:off x="838200" y="501576"/>
            <a:ext cx="10515599"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kumimoji="1" lang="en-US" altLang="zh-CN" sz="2800" b="1" spc="300">
                <a:solidFill>
                  <a:schemeClr val="bg2">
                    <a:lumMod val="25000"/>
                  </a:schemeClr>
                </a:solidFill>
                <a:latin typeface="+mn-lt"/>
                <a:ea typeface="汉仪雅酷黑-55W" panose="020B0504020202020204"/>
                <a:cs typeface="+mn-cs"/>
              </a:rPr>
              <a:t>2025</a:t>
            </a:r>
            <a:r>
              <a:rPr kumimoji="1" lang="zh-CN" altLang="en-US" sz="2800" b="1" spc="300">
                <a:solidFill>
                  <a:schemeClr val="bg2">
                    <a:lumMod val="25000"/>
                  </a:schemeClr>
                </a:solidFill>
                <a:latin typeface="+mn-lt"/>
                <a:ea typeface="汉仪雅酷黑-55W" panose="020B0504020202020204"/>
                <a:cs typeface="+mn-cs"/>
              </a:rPr>
              <a:t>年，伊利牧场以</a:t>
            </a:r>
            <a:r>
              <a:rPr kumimoji="1" lang="en-US" altLang="zh-CN" sz="2800" b="1" spc="300">
                <a:solidFill>
                  <a:schemeClr val="bg2">
                    <a:lumMod val="25000"/>
                  </a:schemeClr>
                </a:solidFill>
                <a:latin typeface="+mn-lt"/>
                <a:ea typeface="汉仪雅酷黑-55W" panose="020B0504020202020204"/>
                <a:cs typeface="+mn-cs"/>
              </a:rPr>
              <a:t>【</a:t>
            </a:r>
            <a:r>
              <a:rPr kumimoji="1" lang="zh-CN" altLang="en-US" sz="2800" b="1" spc="300">
                <a:solidFill>
                  <a:srgbClr val="00B0F0"/>
                </a:solidFill>
                <a:latin typeface="+mn-lt"/>
                <a:ea typeface="汉仪雅酷黑-55W" panose="020B0504020202020204"/>
                <a:cs typeface="+mn-cs"/>
              </a:rPr>
              <a:t>热爱之名</a:t>
            </a:r>
            <a:r>
              <a:rPr kumimoji="1" lang="en-US" altLang="zh-CN" sz="2800" b="1" spc="300">
                <a:solidFill>
                  <a:schemeClr val="bg2">
                    <a:lumMod val="25000"/>
                  </a:schemeClr>
                </a:solidFill>
                <a:latin typeface="+mn-lt"/>
                <a:ea typeface="汉仪雅酷黑-55W" panose="020B0504020202020204"/>
                <a:cs typeface="+mn-cs"/>
              </a:rPr>
              <a:t>】</a:t>
            </a:r>
            <a:r>
              <a:rPr kumimoji="1" lang="zh-CN" altLang="en-US" sz="2800" b="1" spc="300">
                <a:solidFill>
                  <a:schemeClr val="bg2">
                    <a:lumMod val="25000"/>
                  </a:schemeClr>
                </a:solidFill>
                <a:latin typeface="+mn-lt"/>
                <a:ea typeface="汉仪雅酷黑-55W" panose="020B0504020202020204"/>
                <a:cs typeface="+mn-cs"/>
              </a:rPr>
              <a:t>，</a:t>
            </a:r>
            <a:endParaRPr kumimoji="1" lang="en-US" altLang="zh-CN" sz="2800" b="1" spc="300">
              <a:solidFill>
                <a:schemeClr val="bg2">
                  <a:lumMod val="25000"/>
                </a:schemeClr>
              </a:solidFill>
              <a:latin typeface="+mn-lt"/>
              <a:ea typeface="汉仪雅酷黑-55W" panose="020B0504020202020204"/>
              <a:cs typeface="+mn-cs"/>
            </a:endParaRPr>
          </a:p>
          <a:p>
            <a:pPr algn="ctr">
              <a:lnSpc>
                <a:spcPct val="120000"/>
              </a:lnSpc>
            </a:pPr>
            <a:r>
              <a:rPr kumimoji="1" lang="zh-CN" altLang="en-US" sz="2800" b="1" spc="300">
                <a:solidFill>
                  <a:schemeClr val="bg2">
                    <a:lumMod val="25000"/>
                  </a:schemeClr>
                </a:solidFill>
                <a:latin typeface="+mn-lt"/>
                <a:ea typeface="汉仪雅酷黑-55W" panose="020B0504020202020204"/>
                <a:cs typeface="+mn-cs"/>
              </a:rPr>
              <a:t>来一次与目标用户心灵碰撞</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包含 户外, 草, 树, 水&#10;&#10;描述已自动生成"/>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7" name="矩形 6"/>
          <p:cNvSpPr/>
          <p:nvPr/>
        </p:nvSpPr>
        <p:spPr>
          <a:xfrm flipH="1">
            <a:off x="-16044" y="-30965"/>
            <a:ext cx="12213533" cy="6888965"/>
          </a:xfrm>
          <a:prstGeom prst="rect">
            <a:avLst/>
          </a:prstGeom>
          <a:gradFill>
            <a:gsLst>
              <a:gs pos="48000">
                <a:schemeClr val="tx1">
                  <a:alpha val="2500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4" name="文本框 3"/>
          <p:cNvSpPr txBox="1"/>
          <p:nvPr/>
        </p:nvSpPr>
        <p:spPr>
          <a:xfrm>
            <a:off x="3543071" y="2114332"/>
            <a:ext cx="7204954" cy="1276568"/>
          </a:xfrm>
          <a:prstGeom prst="rect">
            <a:avLst/>
          </a:prstGeom>
          <a:noFill/>
        </p:spPr>
        <p:txBody>
          <a:bodyPr wrap="square">
            <a:spAutoFit/>
          </a:bodyPr>
          <a:lstStyle/>
          <a:p>
            <a:pPr algn="ctr">
              <a:lnSpc>
                <a:spcPct val="125000"/>
              </a:lnSpc>
            </a:pPr>
            <a:r>
              <a:rPr lang="zh-CN" altLang="zh-CN" sz="3200" b="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伊利牧场要如何在</a:t>
            </a:r>
            <a:r>
              <a:rPr lang="zh-CN" altLang="zh-CN" sz="3200" b="1" kern="100" spc="600">
                <a:gradFill>
                  <a:gsLst>
                    <a:gs pos="97000">
                      <a:schemeClr val="bg1"/>
                    </a:gs>
                    <a:gs pos="0">
                      <a:srgbClr val="00B0F0"/>
                    </a:gs>
                  </a:gsLst>
                  <a:lin ang="0" scaled="0"/>
                </a:gra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文旅</a:t>
            </a:r>
            <a:r>
              <a:rPr lang="zh-CN" altLang="zh-CN" sz="3200" b="1" kern="100" spc="600">
                <a:gradFill flip="none" rotWithShape="1">
                  <a:gsLst>
                    <a:gs pos="97000">
                      <a:schemeClr val="bg1"/>
                    </a:gs>
                    <a:gs pos="0">
                      <a:srgbClr val="00B0F0"/>
                    </a:gs>
                  </a:gsLst>
                  <a:lin ang="2700000" scaled="1"/>
                </a:gra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热潮</a:t>
            </a:r>
            <a:r>
              <a:rPr lang="zh-CN" altLang="zh-CN" sz="3200" b="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中</a:t>
            </a:r>
            <a:endParaRPr lang="en-US" altLang="zh-CN" sz="3200" b="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endParaRPr>
          </a:p>
          <a:p>
            <a:pPr algn="ctr">
              <a:lnSpc>
                <a:spcPct val="125000"/>
              </a:lnSpc>
            </a:pPr>
            <a:r>
              <a:rPr lang="zh-CN" altLang="zh-CN" sz="3200" b="1" kern="100" spc="600">
                <a:solidFill>
                  <a:schemeClr val="bg1"/>
                </a:soli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创造</a:t>
            </a:r>
            <a:r>
              <a:rPr lang="zh-CN" altLang="zh-CN" sz="3200" b="1" kern="100" spc="600">
                <a:gradFill flip="none" rotWithShape="1">
                  <a:gsLst>
                    <a:gs pos="0">
                      <a:srgbClr val="00B0F0"/>
                    </a:gs>
                    <a:gs pos="100000">
                      <a:schemeClr val="bg1"/>
                    </a:gs>
                  </a:gsLst>
                  <a:lin ang="8100000" scaled="1"/>
                </a:gra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营销新热</a:t>
            </a:r>
            <a:r>
              <a:rPr lang="zh-CN" altLang="zh-CN" sz="3200" b="1" kern="100" spc="600">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8100000" scaled="1"/>
                </a:gra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rPr>
              <a:t>话题</a:t>
            </a:r>
            <a:endParaRPr lang="zh-CN" altLang="zh-CN" sz="3200" kern="100" spc="600">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8100000" scaled="1"/>
              </a:gradFill>
              <a:effectLst>
                <a:outerShdw blurRad="38100" dist="38100" dir="2700000" algn="tl">
                  <a:srgbClr val="000000">
                    <a:alpha val="43137"/>
                  </a:srgbClr>
                </a:outerShdw>
              </a:effectLst>
              <a:latin typeface="HYQiHei-60S" panose="00020600040101010101" pitchFamily="18" charset="-122"/>
              <a:ea typeface="汉仪雅酷黑-55W" panose="020B0504020202020204"/>
              <a:cs typeface="Times New Roman" panose="02020703060505090304" pitchFamily="18" charset="0"/>
            </a:endParaRPr>
          </a:p>
        </p:txBody>
      </p:sp>
      <p:cxnSp>
        <p:nvCxnSpPr>
          <p:cNvPr id="3" name="直接连接符 2"/>
          <p:cNvCxnSpPr/>
          <p:nvPr/>
        </p:nvCxnSpPr>
        <p:spPr>
          <a:xfrm flipH="1">
            <a:off x="3599234" y="2170696"/>
            <a:ext cx="0" cy="1526075"/>
          </a:xfrm>
          <a:prstGeom prst="line">
            <a:avLst/>
          </a:prstGeom>
          <a:ln w="19050">
            <a:solidFill>
              <a:schemeClr val="bg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553724" y="2170696"/>
            <a:ext cx="1421944" cy="1421944"/>
          </a:xfrm>
          <a:prstGeom prst="ellipse">
            <a:avLst/>
          </a:prstGeom>
          <a:solidFill>
            <a:srgbClr val="0E78C3">
              <a:alpha val="5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HYQiHei-60S" panose="00020600040101010101" pitchFamily="18" charset="-122"/>
              <a:ea typeface="汉仪雅酷黑-55W" panose="020B0504020202020204"/>
            </a:endParaRPr>
          </a:p>
        </p:txBody>
      </p:sp>
      <p:sp>
        <p:nvSpPr>
          <p:cNvPr id="9" name="文本框 8"/>
          <p:cNvSpPr txBox="1"/>
          <p:nvPr/>
        </p:nvSpPr>
        <p:spPr>
          <a:xfrm>
            <a:off x="1620999" y="2521817"/>
            <a:ext cx="1307213" cy="672813"/>
          </a:xfrm>
          <a:prstGeom prst="rect">
            <a:avLst/>
          </a:prstGeom>
          <a:noFill/>
        </p:spPr>
        <p:txBody>
          <a:bodyPr wrap="square">
            <a:spAutoFit/>
          </a:bodyPr>
          <a:lstStyle/>
          <a:p>
            <a:pPr algn="just">
              <a:lnSpc>
                <a:spcPct val="125000"/>
              </a:lnSpc>
            </a:pPr>
            <a:r>
              <a:rPr lang="en-US" altLang="zh-CN" sz="3200" b="1" kern="100">
                <a:solidFill>
                  <a:schemeClr val="bg1"/>
                </a:solidFill>
                <a:effectLst/>
                <a:latin typeface="HYQiHei-60S" panose="00020600040101010101" pitchFamily="18" charset="-122"/>
                <a:ea typeface="汉仪雅酷黑-55W" panose="020B0504020202020204"/>
                <a:cs typeface="Times New Roman" panose="02020703060505090304" pitchFamily="18" charset="0"/>
              </a:rPr>
              <a:t>Think</a:t>
            </a:r>
            <a:endParaRPr lang="zh-CN" altLang="zh-CN" sz="3200" kern="100">
              <a:solidFill>
                <a:schemeClr val="bg1"/>
              </a:solidFill>
              <a:effectLst/>
              <a:latin typeface="HYQiHei-60S" panose="00020600040101010101" pitchFamily="18" charset="-122"/>
              <a:ea typeface="汉仪雅酷黑-55W" panose="020B0504020202020204"/>
              <a:cs typeface="Times New Roman" panose="02020703060505090304" pitchFamily="18" charset="0"/>
            </a:endParaRPr>
          </a:p>
        </p:txBody>
      </p:sp>
      <p:sp>
        <p:nvSpPr>
          <p:cNvPr id="11" name="文本框 10"/>
          <p:cNvSpPr txBox="1"/>
          <p:nvPr>
            <p:custDataLst>
              <p:tags r:id="rId1"/>
            </p:custDataLst>
          </p:nvPr>
        </p:nvSpPr>
        <p:spPr>
          <a:xfrm>
            <a:off x="624841" y="4158693"/>
            <a:ext cx="10942318" cy="707886"/>
          </a:xfrm>
          <a:prstGeom prst="rect">
            <a:avLst/>
          </a:prstGeom>
          <a:noFill/>
          <a:ln>
            <a:solidFill>
              <a:schemeClr val="bg1"/>
            </a:solidFill>
            <a:prstDash val="sysDot"/>
          </a:ln>
        </p:spPr>
        <p:txBody>
          <a:bodyPr wrap="square">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zh-CN" altLang="en-US" sz="4000" b="1" i="0" u="none" strike="noStrike" kern="1200" cap="none" spc="800" normalizeH="0" baseline="0" noProof="0">
                <a:ln>
                  <a:solidFill>
                    <a:prstClr val="white"/>
                  </a:solidFill>
                </a:ln>
                <a:solidFill>
                  <a:srgbClr val="00B0F0"/>
                </a:solidFill>
                <a:effectLst/>
                <a:uLnTx/>
                <a:uFillTx/>
                <a:latin typeface="微软雅黑" panose="020B0503020204020204" charset="-122"/>
                <a:ea typeface="汉仪雅酷黑-55W" panose="020B0504020202020204"/>
              </a:rPr>
              <a:t> 锤炼伊利牧场关于热爱的品牌印记？</a:t>
            </a:r>
          </a:p>
        </p:txBody>
      </p:sp>
      <p:sp>
        <p:nvSpPr>
          <p:cNvPr id="12" name="乘号 11"/>
          <p:cNvSpPr/>
          <p:nvPr/>
        </p:nvSpPr>
        <p:spPr>
          <a:xfrm>
            <a:off x="6457159" y="3429000"/>
            <a:ext cx="595630" cy="587375"/>
          </a:xfrm>
          <a:prstGeom prst="mathMultiply">
            <a:avLst/>
          </a:prstGeom>
          <a:solidFill>
            <a:srgbClr val="00B0F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702030404030204"/>
              <a:ea typeface="汉仪雅酷黑-55W" panose="020B0504020202020204"/>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8128676" y="0"/>
            <a:ext cx="4088265" cy="6858000"/>
          </a:xfrm>
          <a:prstGeom prst="rect">
            <a:avLst/>
          </a:prstGeom>
          <a:effectLst>
            <a:outerShdw blurRad="50800" dist="38100" dir="5400000" algn="t" rotWithShape="0">
              <a:prstClr val="black">
                <a:alpha val="40000"/>
              </a:prstClr>
            </a:outerShdw>
          </a:effectLst>
        </p:spPr>
      </p:pic>
      <p:pic>
        <p:nvPicPr>
          <p:cNvPr id="20" name="图片 19"/>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9880" y="0"/>
            <a:ext cx="4088266" cy="6858000"/>
          </a:xfrm>
          <a:prstGeom prst="rect">
            <a:avLst/>
          </a:prstGeom>
          <a:effectLst>
            <a:outerShdw blurRad="50800" dist="38100" dir="5400000" algn="t" rotWithShape="0">
              <a:prstClr val="black">
                <a:alpha val="40000"/>
              </a:prstClr>
            </a:outerShdw>
          </a:effectLst>
        </p:spPr>
      </p:pic>
      <p:pic>
        <p:nvPicPr>
          <p:cNvPr id="21" name="图片 20"/>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051820" y="0"/>
            <a:ext cx="4076857" cy="6858000"/>
          </a:xfrm>
          <a:prstGeom prst="rect">
            <a:avLst/>
          </a:prstGeom>
          <a:effectLst>
            <a:outerShdw blurRad="50800" dist="38100" dir="5400000" algn="t" rotWithShape="0">
              <a:prstClr val="black">
                <a:alpha val="40000"/>
              </a:prstClr>
            </a:outerShdw>
          </a:effectLst>
        </p:spPr>
      </p:pic>
      <p:grpSp>
        <p:nvGrpSpPr>
          <p:cNvPr id="11" name="组合 10"/>
          <p:cNvGrpSpPr/>
          <p:nvPr/>
        </p:nvGrpSpPr>
        <p:grpSpPr>
          <a:xfrm>
            <a:off x="852817" y="3823738"/>
            <a:ext cx="3096883" cy="2455776"/>
            <a:chOff x="5228772" y="2396467"/>
            <a:chExt cx="2058260" cy="935228"/>
          </a:xfrm>
        </p:grpSpPr>
        <p:sp>
          <p:nvSpPr>
            <p:cNvPr id="14" name="矩形 13"/>
            <p:cNvSpPr/>
            <p:nvPr/>
          </p:nvSpPr>
          <p:spPr>
            <a:xfrm>
              <a:off x="5294672" y="2396467"/>
              <a:ext cx="1992360" cy="823503"/>
            </a:xfrm>
            <a:prstGeom prst="rect">
              <a:avLst/>
            </a:prstGeom>
            <a:solidFill>
              <a:srgbClr val="008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mn-cs"/>
              </a:endParaRPr>
            </a:p>
          </p:txBody>
        </p:sp>
        <p:sp>
          <p:nvSpPr>
            <p:cNvPr id="17" name="矩形标注 8"/>
            <p:cNvSpPr/>
            <p:nvPr/>
          </p:nvSpPr>
          <p:spPr>
            <a:xfrm>
              <a:off x="5228772" y="2424957"/>
              <a:ext cx="2032763" cy="906738"/>
            </a:xfrm>
            <a:prstGeom prst="wedgeRectCallout">
              <a:avLst>
                <a:gd name="adj1" fmla="val -22628"/>
                <a:gd name="adj2" fmla="val 48995"/>
              </a:avLst>
            </a:prstGeom>
            <a:solidFill>
              <a:srgbClr val="FCFCFC"/>
            </a:solidFill>
            <a:ln>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solidFill>
                    <a:sysClr val="windowText" lastClr="000000"/>
                  </a:solidFill>
                </a:ln>
                <a:solidFill>
                  <a:prstClr val="white"/>
                </a:solidFill>
                <a:effectLst/>
                <a:uLnTx/>
                <a:uFillTx/>
                <a:latin typeface="微软雅黑" panose="020B0503020204020204" charset="-122"/>
                <a:ea typeface="汉仪雅酷黑-55W" panose="020B0504020202020204"/>
                <a:cs typeface="+mn-cs"/>
              </a:endParaRPr>
            </a:p>
          </p:txBody>
        </p:sp>
      </p:grpSp>
      <p:sp>
        <p:nvSpPr>
          <p:cNvPr id="19" name="圆角矩形标注 33"/>
          <p:cNvSpPr/>
          <p:nvPr/>
        </p:nvSpPr>
        <p:spPr>
          <a:xfrm rot="5400000">
            <a:off x="5767551" y="-2544661"/>
            <a:ext cx="974861" cy="10604964"/>
          </a:xfrm>
          <a:prstGeom prst="wedgeRoundRectCallout">
            <a:avLst>
              <a:gd name="adj1" fmla="val -20533"/>
              <a:gd name="adj2" fmla="val 51817"/>
              <a:gd name="adj3" fmla="val 16667"/>
            </a:avLst>
          </a:prstGeom>
          <a:solidFill>
            <a:schemeClr val="bg1"/>
          </a:solidFill>
          <a:ln>
            <a:solidFill>
              <a:srgbClr val="0086CD"/>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83056" y="369921"/>
            <a:ext cx="3161844" cy="400110"/>
          </a:xfrm>
          <a:prstGeom prst="rect">
            <a:avLst/>
          </a:prstGeom>
          <a:noFill/>
        </p:spPr>
        <p:txBody>
          <a:bodyPr wrap="square" rtlCol="0">
            <a:spAutoFit/>
          </a:bodyPr>
          <a:lstStyle>
            <a:defPPr>
              <a:defRPr lang="pt-BR"/>
            </a:defPPr>
            <a:lvl1pPr>
              <a:defRPr kumimoji="1" sz="2400" i="1">
                <a:solidFill>
                  <a:schemeClr val="bg1">
                    <a:lumMod val="9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1" lang="en-US" altLang="zh-CN" sz="2000" b="1" i="1" u="none" strike="noStrike" kern="1200" cap="none" spc="300" normalizeH="0" baseline="0" noProof="0">
                <a:ln>
                  <a:noFill/>
                </a:ln>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rPr>
              <a:t>—</a:t>
            </a:r>
            <a:r>
              <a:rPr lang="zh-CN" altLang="en-US" sz="2000" b="1" spc="3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核心</a:t>
            </a:r>
            <a:r>
              <a:rPr lang="en-US" altLang="zh-CN" sz="2000" b="1" spc="3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IDEA</a:t>
            </a:r>
            <a:r>
              <a:rPr lang="zh-CN" altLang="en-US" sz="2000" b="1" spc="3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阐释</a:t>
            </a:r>
            <a:r>
              <a:rPr kumimoji="1" lang="en-US" altLang="zh-CN" sz="2000" b="1" i="1" u="none" strike="noStrike" kern="1200" cap="none" spc="300" normalizeH="0" baseline="0" noProof="0">
                <a:ln>
                  <a:noFill/>
                </a:ln>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rPr>
              <a:t>—</a:t>
            </a:r>
          </a:p>
        </p:txBody>
      </p:sp>
      <p:sp>
        <p:nvSpPr>
          <p:cNvPr id="3" name="object 16"/>
          <p:cNvSpPr txBox="1"/>
          <p:nvPr/>
        </p:nvSpPr>
        <p:spPr>
          <a:xfrm>
            <a:off x="203200" y="1300656"/>
            <a:ext cx="10856127" cy="628377"/>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tabLst>
                <a:tab pos="6553200" algn="l"/>
              </a:tabLst>
              <a:defRPr/>
            </a:pPr>
            <a:r>
              <a:rPr kumimoji="0" lang="zh-CN" altLang="en-US" sz="3200" i="0" u="none" strike="noStrike" kern="1200" cap="none" spc="600" normalizeH="0" baseline="0" noProof="0">
                <a:ln>
                  <a:noFill/>
                </a:ln>
                <a:solidFill>
                  <a:schemeClr val="bg1"/>
                </a:solidFill>
                <a:effectLst>
                  <a:outerShdw blurRad="38100" dist="38100" dir="2700000" algn="tl">
                    <a:srgbClr val="000000">
                      <a:alpha val="43137"/>
                    </a:srgbClr>
                  </a:outerShdw>
                </a:effectLst>
                <a:uLnTx/>
                <a:uFillTx/>
                <a:latin typeface="汉仪雅酷黑-55W" panose="020B0504020202020204" pitchFamily="34" charset="-122"/>
                <a:ea typeface="汉仪雅酷黑-55W" panose="020B0504020202020204" pitchFamily="34" charset="-122"/>
                <a:cs typeface="+mj-cs"/>
                <a:sym typeface="+mn-ea"/>
              </a:rPr>
              <a:t>伊利</a:t>
            </a:r>
            <a:r>
              <a:rPr lang="zh-CN" altLang="en-US" sz="3200" spc="600">
                <a:solidFill>
                  <a:schemeClr val="bg1"/>
                </a:solidFill>
                <a:effectLst>
                  <a:outerShdw blurRad="38100" dist="38100" dir="2700000" algn="tl">
                    <a:srgbClr val="000000">
                      <a:alpha val="43137"/>
                    </a:srgbClr>
                  </a:outerShdw>
                </a:effectLst>
                <a:ea typeface="汉仪雅酷黑-55W" panose="020B0504020202020204" pitchFamily="34" charset="-122"/>
                <a:sym typeface="+mn-ea"/>
              </a:rPr>
              <a:t>牧场的</a:t>
            </a:r>
            <a:r>
              <a:rPr lang="en-US" altLang="zh-CN" sz="3200" spc="600">
                <a:solidFill>
                  <a:schemeClr val="bg1"/>
                </a:solidFill>
                <a:effectLst>
                  <a:outerShdw blurRad="38100" dist="38100" dir="2700000" algn="tl">
                    <a:srgbClr val="000000">
                      <a:alpha val="43137"/>
                    </a:srgbClr>
                  </a:outerShdw>
                </a:effectLst>
                <a:ea typeface="汉仪雅酷黑-55W" panose="020B0504020202020204" pitchFamily="34" charset="-122"/>
                <a:sym typeface="+mn-ea"/>
              </a:rPr>
              <a:t>【</a:t>
            </a:r>
            <a:r>
              <a:rPr kumimoji="0" lang="zh-CN" altLang="en-US" sz="4000" b="1" i="0" u="none" strike="noStrike" kern="1200" cap="none" spc="600" normalizeH="0" baseline="0" noProof="0">
                <a:ln>
                  <a:noFill/>
                </a:ln>
                <a:solidFill>
                  <a:srgbClr val="00B0F0"/>
                </a:solidFill>
                <a:effectLst>
                  <a:outerShdw blurRad="38100" dist="38100" dir="2700000" algn="tl">
                    <a:srgbClr val="000000">
                      <a:alpha val="43137"/>
                    </a:srgbClr>
                  </a:outerShdw>
                </a:effectLst>
                <a:uLnTx/>
                <a:uFillTx/>
                <a:latin typeface="等线"/>
                <a:ea typeface="汉仪雅酷黑-55W" panose="020B0504020202020204" pitchFamily="34" charset="-122"/>
                <a:cs typeface="+mn-cs"/>
                <a:sym typeface="+mn-ea"/>
              </a:rPr>
              <a:t>全民奔向旷野计划</a:t>
            </a:r>
            <a:r>
              <a:rPr lang="en-US" altLang="zh-CN" sz="3200" spc="600">
                <a:solidFill>
                  <a:schemeClr val="bg1"/>
                </a:solidFill>
                <a:effectLst>
                  <a:outerShdw blurRad="38100" dist="38100" dir="2700000" algn="tl">
                    <a:srgbClr val="000000">
                      <a:alpha val="43137"/>
                    </a:srgbClr>
                  </a:outerShdw>
                </a:effectLst>
                <a:ea typeface="汉仪雅酷黑-55W" panose="020B0504020202020204" pitchFamily="34" charset="-122"/>
                <a:sym typeface="+mn-ea"/>
              </a:rPr>
              <a:t>】</a:t>
            </a:r>
            <a:r>
              <a:rPr lang="zh-CN" altLang="en-US" sz="3200" spc="600">
                <a:solidFill>
                  <a:schemeClr val="bg1"/>
                </a:solidFill>
                <a:effectLst>
                  <a:outerShdw blurRad="38100" dist="38100" dir="2700000" algn="tl">
                    <a:srgbClr val="000000">
                      <a:alpha val="43137"/>
                    </a:srgbClr>
                  </a:outerShdw>
                </a:effectLst>
                <a:ea typeface="汉仪雅酷黑-55W" panose="020B0504020202020204" pitchFamily="34" charset="-122"/>
                <a:sym typeface="+mn-ea"/>
              </a:rPr>
              <a:t>是什么？</a:t>
            </a:r>
            <a:endParaRPr lang="zh-CN" altLang="en-US" sz="4000" spc="600">
              <a:solidFill>
                <a:schemeClr val="bg1"/>
              </a:solidFill>
              <a:effectLst>
                <a:outerShdw blurRad="38100" dist="38100" dir="2700000" algn="tl">
                  <a:srgbClr val="000000">
                    <a:alpha val="43137"/>
                  </a:srgbClr>
                </a:outerShdw>
              </a:effectLst>
              <a:ea typeface="汉仪雅酷黑-55W" panose="020B0504020202020204" pitchFamily="34" charset="-122"/>
              <a:sym typeface="+mn-ea"/>
            </a:endParaRPr>
          </a:p>
        </p:txBody>
      </p:sp>
      <p:sp>
        <p:nvSpPr>
          <p:cNvPr id="4" name="object 16"/>
          <p:cNvSpPr txBox="1"/>
          <p:nvPr/>
        </p:nvSpPr>
        <p:spPr>
          <a:xfrm>
            <a:off x="932333" y="4000036"/>
            <a:ext cx="2793543" cy="641201"/>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1</a:t>
            </a: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次奔赴热爱的</a:t>
            </a:r>
            <a:endPar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全民行动</a:t>
            </a:r>
            <a:endParaRPr lang="zh-CN" altLang="en-US" sz="2800" b="1" spc="600">
              <a:solidFill>
                <a:srgbClr val="0086CD"/>
              </a:solidFill>
              <a:ea typeface="汉仪雅酷黑-55W" panose="020B0504020202020204" pitchFamily="34" charset="-122"/>
              <a:sym typeface="+mn-ea"/>
            </a:endParaRPr>
          </a:p>
        </p:txBody>
      </p:sp>
      <p:grpSp>
        <p:nvGrpSpPr>
          <p:cNvPr id="28" name="组合 27"/>
          <p:cNvGrpSpPr/>
          <p:nvPr/>
        </p:nvGrpSpPr>
        <p:grpSpPr>
          <a:xfrm>
            <a:off x="4675880" y="3823738"/>
            <a:ext cx="3096883" cy="2455776"/>
            <a:chOff x="5228772" y="2396467"/>
            <a:chExt cx="2058260" cy="935228"/>
          </a:xfrm>
        </p:grpSpPr>
        <p:sp>
          <p:nvSpPr>
            <p:cNvPr id="29" name="矩形 28"/>
            <p:cNvSpPr/>
            <p:nvPr/>
          </p:nvSpPr>
          <p:spPr>
            <a:xfrm>
              <a:off x="5294672" y="2396467"/>
              <a:ext cx="1992360" cy="823503"/>
            </a:xfrm>
            <a:prstGeom prst="rect">
              <a:avLst/>
            </a:prstGeom>
            <a:solidFill>
              <a:srgbClr val="008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mn-cs"/>
              </a:endParaRPr>
            </a:p>
          </p:txBody>
        </p:sp>
        <p:sp>
          <p:nvSpPr>
            <p:cNvPr id="30" name="矩形标注 8"/>
            <p:cNvSpPr/>
            <p:nvPr/>
          </p:nvSpPr>
          <p:spPr>
            <a:xfrm>
              <a:off x="5228772" y="2424957"/>
              <a:ext cx="2032763" cy="906738"/>
            </a:xfrm>
            <a:prstGeom prst="wedgeRectCallout">
              <a:avLst>
                <a:gd name="adj1" fmla="val -22628"/>
                <a:gd name="adj2" fmla="val 48995"/>
              </a:avLst>
            </a:prstGeom>
            <a:solidFill>
              <a:srgbClr val="FCFCFC"/>
            </a:solidFill>
            <a:ln>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solidFill>
                    <a:sysClr val="windowText" lastClr="000000"/>
                  </a:solidFill>
                </a:ln>
                <a:solidFill>
                  <a:prstClr val="white"/>
                </a:solidFill>
                <a:effectLst/>
                <a:uLnTx/>
                <a:uFillTx/>
                <a:latin typeface="微软雅黑" panose="020B0503020204020204" charset="-122"/>
                <a:ea typeface="汉仪雅酷黑-55W" panose="020B0504020202020204"/>
                <a:cs typeface="+mn-cs"/>
              </a:endParaRPr>
            </a:p>
          </p:txBody>
        </p:sp>
      </p:grpSp>
      <p:grpSp>
        <p:nvGrpSpPr>
          <p:cNvPr id="31" name="组合 30"/>
          <p:cNvGrpSpPr/>
          <p:nvPr/>
        </p:nvGrpSpPr>
        <p:grpSpPr>
          <a:xfrm>
            <a:off x="8498944" y="3823738"/>
            <a:ext cx="3096883" cy="2455776"/>
            <a:chOff x="5228772" y="2396467"/>
            <a:chExt cx="2058260" cy="935228"/>
          </a:xfrm>
        </p:grpSpPr>
        <p:sp>
          <p:nvSpPr>
            <p:cNvPr id="32" name="矩形 31"/>
            <p:cNvSpPr/>
            <p:nvPr/>
          </p:nvSpPr>
          <p:spPr>
            <a:xfrm>
              <a:off x="5294672" y="2396467"/>
              <a:ext cx="1992360" cy="823503"/>
            </a:xfrm>
            <a:prstGeom prst="rect">
              <a:avLst/>
            </a:prstGeom>
            <a:solidFill>
              <a:srgbClr val="008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mn-cs"/>
              </a:endParaRPr>
            </a:p>
          </p:txBody>
        </p:sp>
        <p:sp>
          <p:nvSpPr>
            <p:cNvPr id="33" name="矩形标注 8"/>
            <p:cNvSpPr/>
            <p:nvPr/>
          </p:nvSpPr>
          <p:spPr>
            <a:xfrm>
              <a:off x="5228772" y="2424957"/>
              <a:ext cx="2032763" cy="906738"/>
            </a:xfrm>
            <a:prstGeom prst="wedgeRectCallout">
              <a:avLst>
                <a:gd name="adj1" fmla="val -22628"/>
                <a:gd name="adj2" fmla="val 48995"/>
              </a:avLst>
            </a:prstGeom>
            <a:solidFill>
              <a:srgbClr val="FCFCFC"/>
            </a:solidFill>
            <a:ln>
              <a:solidFill>
                <a:srgbClr val="1F74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solidFill>
                    <a:sysClr val="windowText" lastClr="000000"/>
                  </a:solidFill>
                </a:ln>
                <a:solidFill>
                  <a:prstClr val="white"/>
                </a:solidFill>
                <a:effectLst/>
                <a:uLnTx/>
                <a:uFillTx/>
                <a:latin typeface="微软雅黑" panose="020B0503020204020204" charset="-122"/>
                <a:ea typeface="汉仪雅酷黑-55W" panose="020B0504020202020204"/>
                <a:cs typeface="+mn-cs"/>
              </a:endParaRPr>
            </a:p>
          </p:txBody>
        </p:sp>
      </p:grpSp>
      <p:sp>
        <p:nvSpPr>
          <p:cNvPr id="5" name="object 16"/>
          <p:cNvSpPr txBox="1"/>
          <p:nvPr/>
        </p:nvSpPr>
        <p:spPr>
          <a:xfrm>
            <a:off x="8629898" y="4000036"/>
            <a:ext cx="2793543" cy="641201"/>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1</a:t>
            </a:r>
            <a:r>
              <a:rPr lang="zh-CN" altLang="en-US" sz="2000" b="1" spc="600">
                <a:solidFill>
                  <a:srgbClr val="0086CD"/>
                </a:solidFill>
                <a:latin typeface="汉仪雅酷黑-55W" panose="020B0504020202020204" pitchFamily="34" charset="-122"/>
                <a:ea typeface="汉仪雅酷黑-55W" panose="020B0504020202020204" pitchFamily="34" charset="-122"/>
                <a:sym typeface="+mn-ea"/>
              </a:rPr>
              <a:t>场产品</a:t>
            </a: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体验的</a:t>
            </a:r>
            <a:endPar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现实落地</a:t>
            </a:r>
            <a:endParaRPr lang="zh-CN" altLang="en-US" sz="2800" b="1" spc="600">
              <a:solidFill>
                <a:srgbClr val="0086CD"/>
              </a:solidFill>
              <a:ea typeface="汉仪雅酷黑-55W" panose="020B0504020202020204" pitchFamily="34" charset="-122"/>
              <a:sym typeface="+mn-ea"/>
            </a:endParaRPr>
          </a:p>
        </p:txBody>
      </p:sp>
      <p:sp>
        <p:nvSpPr>
          <p:cNvPr id="6" name="object 16"/>
          <p:cNvSpPr txBox="1"/>
          <p:nvPr/>
        </p:nvSpPr>
        <p:spPr>
          <a:xfrm>
            <a:off x="4789786" y="4000036"/>
            <a:ext cx="2793543" cy="641201"/>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1</a:t>
            </a: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个生活场景的</a:t>
            </a:r>
            <a:endParaRPr kumimoji="0" lang="en-US" altLang="zh-CN"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kumimoji="0" lang="zh-CN" altLang="en-US" sz="2000" b="1" i="0" u="none" strike="noStrike" kern="1200" cap="none" spc="600" normalizeH="0" baseline="0" noProof="0">
                <a:ln>
                  <a:noFill/>
                </a:ln>
                <a:solidFill>
                  <a:srgbClr val="0086CD"/>
                </a:solidFill>
                <a:uLnTx/>
                <a:uFillTx/>
                <a:latin typeface="汉仪雅酷黑-55W" panose="020B0504020202020204" pitchFamily="34" charset="-122"/>
                <a:ea typeface="汉仪雅酷黑-55W" panose="020B0504020202020204" pitchFamily="34" charset="-122"/>
                <a:cs typeface="+mj-cs"/>
                <a:sym typeface="+mn-ea"/>
              </a:rPr>
              <a:t>深度链接</a:t>
            </a:r>
            <a:endParaRPr lang="zh-CN" altLang="en-US" sz="2800" b="1" spc="600">
              <a:solidFill>
                <a:srgbClr val="0086CD"/>
              </a:solidFill>
              <a:ea typeface="汉仪雅酷黑-55W" panose="020B0504020202020204" pitchFamily="34" charset="-122"/>
              <a:sym typeface="+mn-ea"/>
            </a:endParaRPr>
          </a:p>
        </p:txBody>
      </p:sp>
      <p:sp>
        <p:nvSpPr>
          <p:cNvPr id="7" name="object 16"/>
          <p:cNvSpPr txBox="1"/>
          <p:nvPr/>
        </p:nvSpPr>
        <p:spPr>
          <a:xfrm>
            <a:off x="827417" y="4838909"/>
            <a:ext cx="3009443" cy="900246"/>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号召全民参与到伊利牧场户外基地，体验户外生活、当地民俗</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剪辑用户故事视频</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让伊利牧场成为热爱青年的首选品牌</a:t>
            </a:r>
            <a:endParaRPr lang="zh-CN" altLang="en-US" sz="1800" i="1">
              <a:ea typeface="汉仪雅酷黑-55W" panose="020B0504020202020204"/>
              <a:sym typeface="+mn-ea"/>
            </a:endParaRPr>
          </a:p>
        </p:txBody>
      </p:sp>
      <p:sp>
        <p:nvSpPr>
          <p:cNvPr id="8" name="object 16"/>
          <p:cNvSpPr txBox="1"/>
          <p:nvPr/>
        </p:nvSpPr>
        <p:spPr>
          <a:xfrm>
            <a:off x="8522546" y="4838909"/>
            <a:ext cx="2997729" cy="913070"/>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伊利牧场成为体验户外的载体</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通过限定包装、打卡装置、线下优惠</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提升产品可见度、好感度，</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赋能终端销售</a:t>
            </a:r>
            <a:endParaRPr lang="zh-CN" altLang="en-US" sz="1800" i="1">
              <a:ea typeface="汉仪雅酷黑-55W" panose="020B0504020202020204"/>
              <a:sym typeface="+mn-ea"/>
            </a:endParaRPr>
          </a:p>
        </p:txBody>
      </p:sp>
      <p:sp>
        <p:nvSpPr>
          <p:cNvPr id="9" name="object 16"/>
          <p:cNvSpPr txBox="1"/>
          <p:nvPr/>
        </p:nvSpPr>
        <p:spPr>
          <a:xfrm>
            <a:off x="971349" y="5892918"/>
            <a:ext cx="2793543" cy="289823"/>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en-US" altLang="zh-CN" sz="1800">
                <a:solidFill>
                  <a:srgbClr val="2E75B6"/>
                </a:solidFill>
                <a:ea typeface="汉仪雅酷黑-55W" panose="020B0504020202020204" pitchFamily="34" charset="-122"/>
                <a:sym typeface="+mn-ea"/>
              </a:rPr>
              <a:t>【</a:t>
            </a:r>
            <a:r>
              <a:rPr lang="zh-CN" altLang="en-US" sz="1800">
                <a:solidFill>
                  <a:srgbClr val="2E75B6"/>
                </a:solidFill>
                <a:ea typeface="汉仪雅酷黑-55W" panose="020B0504020202020204" pitchFamily="34" charset="-122"/>
                <a:sym typeface="+mn-ea"/>
              </a:rPr>
              <a:t>以热爱辐射消费群体</a:t>
            </a:r>
            <a:r>
              <a:rPr lang="en-US" altLang="zh-CN" sz="1800">
                <a:solidFill>
                  <a:srgbClr val="2E75B6"/>
                </a:solidFill>
                <a:ea typeface="汉仪雅酷黑-55W" panose="020B0504020202020204" pitchFamily="34" charset="-122"/>
                <a:sym typeface="+mn-ea"/>
              </a:rPr>
              <a:t>】</a:t>
            </a:r>
            <a:endParaRPr lang="zh-CN" altLang="en-US" sz="2400">
              <a:solidFill>
                <a:srgbClr val="2E75B6"/>
              </a:solidFill>
              <a:ea typeface="汉仪雅酷黑-55W" panose="020B0504020202020204" pitchFamily="34" charset="-122"/>
              <a:sym typeface="+mn-ea"/>
            </a:endParaRPr>
          </a:p>
        </p:txBody>
      </p:sp>
      <p:sp>
        <p:nvSpPr>
          <p:cNvPr id="10" name="object 16"/>
          <p:cNvSpPr txBox="1"/>
          <p:nvPr/>
        </p:nvSpPr>
        <p:spPr>
          <a:xfrm>
            <a:off x="4782931" y="4838909"/>
            <a:ext cx="2793543" cy="900246"/>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户外成为寻找生活的重要场景</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文旅局牵头、小红书种草</a:t>
            </a:r>
            <a:endParaRPr lang="en-US" altLang="zh-CN" sz="1400" i="1">
              <a:ea typeface="汉仪雅酷黑-55W" panose="020B0504020202020204"/>
              <a:sym typeface="+mn-ea"/>
            </a:endParaRPr>
          </a:p>
          <a:p>
            <a:pPr marL="12700" marR="0" lvl="0" indent="0" defTabSz="913765" rtl="0" eaLnBrk="1" fontAlgn="auto" latinLnBrk="0" hangingPunct="1">
              <a:lnSpc>
                <a:spcPct val="100000"/>
              </a:lnSpc>
              <a:spcBef>
                <a:spcPts val="100"/>
              </a:spcBef>
              <a:spcAft>
                <a:spcPct val="0"/>
              </a:spcAft>
              <a:buClrTx/>
              <a:buSzTx/>
              <a:buFontTx/>
              <a:buNone/>
              <a:defRPr/>
            </a:pPr>
            <a:r>
              <a:rPr lang="zh-CN" altLang="en-US" sz="1400" i="1">
                <a:ea typeface="汉仪雅酷黑-55W" panose="020B0504020202020204"/>
                <a:sym typeface="+mn-ea"/>
              </a:rPr>
              <a:t>让全国的户外场景都成为伊利牧场的记忆点</a:t>
            </a:r>
          </a:p>
        </p:txBody>
      </p:sp>
      <p:sp>
        <p:nvSpPr>
          <p:cNvPr id="12" name="object 16"/>
          <p:cNvSpPr txBox="1"/>
          <p:nvPr/>
        </p:nvSpPr>
        <p:spPr>
          <a:xfrm>
            <a:off x="4835756" y="5892918"/>
            <a:ext cx="2793543" cy="289823"/>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en-US" altLang="zh-CN" sz="1800">
                <a:solidFill>
                  <a:srgbClr val="2E75B6"/>
                </a:solidFill>
                <a:ea typeface="汉仪雅酷黑-55W" panose="020B0504020202020204" pitchFamily="34" charset="-122"/>
                <a:sym typeface="+mn-ea"/>
              </a:rPr>
              <a:t>【</a:t>
            </a:r>
            <a:r>
              <a:rPr lang="zh-CN" altLang="en-US" sz="1800">
                <a:solidFill>
                  <a:srgbClr val="2E75B6"/>
                </a:solidFill>
                <a:ea typeface="汉仪雅酷黑-55W" panose="020B0504020202020204" pitchFamily="34" charset="-122"/>
                <a:sym typeface="+mn-ea"/>
              </a:rPr>
              <a:t>打造伊利牧场新消费场景</a:t>
            </a:r>
            <a:r>
              <a:rPr lang="en-US" altLang="zh-CN" sz="1800">
                <a:solidFill>
                  <a:srgbClr val="2E75B6"/>
                </a:solidFill>
                <a:ea typeface="汉仪雅酷黑-55W" panose="020B0504020202020204" pitchFamily="34" charset="-122"/>
                <a:sym typeface="+mn-ea"/>
              </a:rPr>
              <a:t>】</a:t>
            </a:r>
            <a:endParaRPr lang="zh-CN" altLang="en-US" sz="2400">
              <a:solidFill>
                <a:srgbClr val="2E75B6"/>
              </a:solidFill>
              <a:ea typeface="汉仪雅酷黑-55W" panose="020B0504020202020204" pitchFamily="34" charset="-122"/>
              <a:sym typeface="+mn-ea"/>
            </a:endParaRPr>
          </a:p>
        </p:txBody>
      </p:sp>
      <p:sp>
        <p:nvSpPr>
          <p:cNvPr id="13" name="object 16"/>
          <p:cNvSpPr txBox="1"/>
          <p:nvPr/>
        </p:nvSpPr>
        <p:spPr>
          <a:xfrm>
            <a:off x="8649363" y="5892918"/>
            <a:ext cx="2793543" cy="289823"/>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marR="0" lvl="0" indent="0" defTabSz="913765" rtl="0" eaLnBrk="1" fontAlgn="auto" latinLnBrk="0" hangingPunct="1">
              <a:lnSpc>
                <a:spcPct val="100000"/>
              </a:lnSpc>
              <a:spcBef>
                <a:spcPts val="100"/>
              </a:spcBef>
              <a:spcAft>
                <a:spcPct val="0"/>
              </a:spcAft>
              <a:buClrTx/>
              <a:buSzTx/>
              <a:buFontTx/>
              <a:buNone/>
              <a:defRPr/>
            </a:pPr>
            <a:r>
              <a:rPr lang="en-US" altLang="zh-CN" sz="1800">
                <a:solidFill>
                  <a:srgbClr val="2E75B6"/>
                </a:solidFill>
                <a:ea typeface="汉仪雅酷黑-55W" panose="020B0504020202020204" pitchFamily="34" charset="-122"/>
                <a:sym typeface="+mn-ea"/>
              </a:rPr>
              <a:t>【</a:t>
            </a:r>
            <a:r>
              <a:rPr lang="zh-CN" altLang="en-US" sz="1800">
                <a:solidFill>
                  <a:srgbClr val="2E75B6"/>
                </a:solidFill>
                <a:ea typeface="汉仪雅酷黑-55W" panose="020B0504020202020204" pitchFamily="34" charset="-122"/>
                <a:sym typeface="+mn-ea"/>
              </a:rPr>
              <a:t>链路用户参与，刺激销售</a:t>
            </a:r>
            <a:r>
              <a:rPr lang="en-US" altLang="zh-CN" sz="1800">
                <a:solidFill>
                  <a:srgbClr val="2E75B6"/>
                </a:solidFill>
                <a:ea typeface="汉仪雅酷黑-55W" panose="020B0504020202020204" pitchFamily="34" charset="-122"/>
                <a:sym typeface="+mn-ea"/>
              </a:rPr>
              <a:t>】</a:t>
            </a:r>
            <a:endParaRPr lang="zh-CN" altLang="en-US" sz="2400">
              <a:solidFill>
                <a:srgbClr val="2E75B6"/>
              </a:solidFill>
              <a:ea typeface="汉仪雅酷黑-55W" panose="020B0504020202020204" pitchFamily="34" charset="-122"/>
              <a:sym typeface="+mn-ea"/>
            </a:endParaRPr>
          </a:p>
        </p:txBody>
      </p:sp>
      <p:sp>
        <p:nvSpPr>
          <p:cNvPr id="16" name="object 16"/>
          <p:cNvSpPr txBox="1"/>
          <p:nvPr/>
        </p:nvSpPr>
        <p:spPr>
          <a:xfrm>
            <a:off x="1219452" y="2331165"/>
            <a:ext cx="10203989" cy="853311"/>
          </a:xfrm>
          <a:prstGeom prst="rect">
            <a:avLst/>
          </a:prstGeom>
        </p:spPr>
        <p:txBody>
          <a:bodyPr vert="horz" wrap="square" lIns="0" tIns="12700" rIns="0" bIns="0" rtlCol="0">
            <a:spAutoFit/>
          </a:bodyPr>
          <a:lstStyle>
            <a:lvl1pPr algn="ctr" defTabSz="913765" rtl="0" eaLnBrk="1" latinLnBrk="0" hangingPunct="1">
              <a:spcBef>
                <a:spcPct val="0"/>
              </a:spcBef>
              <a:buNone/>
              <a:defRPr sz="4400" kern="1200">
                <a:solidFill>
                  <a:schemeClr val="tx1"/>
                </a:solidFill>
                <a:latin typeface="+mj-lt"/>
                <a:ea typeface="+mj-ea"/>
                <a:cs typeface="+mj-cs"/>
              </a:defRPr>
            </a:lvl1pPr>
          </a:lstStyle>
          <a:p>
            <a:pPr marL="12700" lvl="0" indent="457200">
              <a:lnSpc>
                <a:spcPct val="120000"/>
              </a:lnSpc>
              <a:spcBef>
                <a:spcPts val="100"/>
              </a:spcBef>
              <a:defRPr/>
            </a:pPr>
            <a:r>
              <a:rPr lang="zh-CN" altLang="en-US" sz="1800">
                <a:latin typeface="ADLaM Display" panose="020F0502020204030204" pitchFamily="2" charset="0"/>
                <a:ea typeface="汉仪雅酷黑-55W" panose="020B0504020202020204"/>
                <a:cs typeface="ADLaM Display" panose="020F0502020204030204" pitchFamily="2" charset="0"/>
                <a:sym typeface="+mn-ea"/>
              </a:rPr>
              <a:t>全民奔向旷野计划是一场集“人”、“品牌”、“产品”的</a:t>
            </a:r>
            <a:r>
              <a:rPr lang="zh-CN" altLang="en-US" sz="18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体验营销</a:t>
            </a:r>
            <a:r>
              <a:rPr lang="zh-CN" altLang="en-US" sz="1800">
                <a:latin typeface="ADLaM Display" panose="020F0502020204030204" pitchFamily="2" charset="0"/>
                <a:ea typeface="汉仪雅酷黑-55W" panose="020B0504020202020204"/>
                <a:cs typeface="ADLaM Display" panose="020F0502020204030204" pitchFamily="2" charset="0"/>
                <a:sym typeface="+mn-ea"/>
              </a:rPr>
              <a:t>活动</a:t>
            </a:r>
            <a:endParaRPr lang="en-US" altLang="zh-CN" sz="1800">
              <a:latin typeface="ADLaM Display" panose="020F0502020204030204" pitchFamily="2" charset="0"/>
              <a:ea typeface="汉仪雅酷黑-55W" panose="020B0504020202020204"/>
              <a:cs typeface="ADLaM Display" panose="020F0502020204030204" pitchFamily="2" charset="0"/>
              <a:sym typeface="+mn-ea"/>
            </a:endParaRPr>
          </a:p>
          <a:p>
            <a:pPr marL="12700" lvl="0" indent="457200" algn="l">
              <a:lnSpc>
                <a:spcPct val="120000"/>
              </a:lnSpc>
              <a:spcBef>
                <a:spcPts val="100"/>
              </a:spcBef>
              <a:defRPr/>
            </a:pPr>
            <a:r>
              <a:rPr kumimoji="0" lang="zh-CN" altLang="en-US" sz="1400" b="0" i="0" u="none" strike="noStrike" kern="1200" cap="none" spc="0" normalizeH="0" baseline="0" noProof="0">
                <a:ln>
                  <a:noFill/>
                </a:ln>
                <a:solidFill>
                  <a:prstClr val="black"/>
                </a:solidFill>
                <a:effectLst/>
                <a:uLnTx/>
                <a:uFillTx/>
                <a:latin typeface="ADLaM Display" panose="020F0502020204030204" pitchFamily="2" charset="0"/>
                <a:ea typeface="汉仪雅酷黑-55W" panose="020B0504020202020204"/>
                <a:cs typeface="ADLaM Display" panose="020F0502020204030204" pitchFamily="2" charset="0"/>
                <a:sym typeface="+mn-ea"/>
              </a:rPr>
              <a:t>承接母品牌的“热爱”基因、为消费者的热爱</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lang="zh-CN" altLang="en-US"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加油</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kumimoji="0" lang="zh-CN" altLang="en-US" sz="1400" b="0" i="0" u="none" strike="noStrike" kern="1200" cap="none" spc="0" normalizeH="0" baseline="0" noProof="0">
                <a:ln>
                  <a:noFill/>
                </a:ln>
                <a:solidFill>
                  <a:prstClr val="black"/>
                </a:solidFill>
                <a:effectLst/>
                <a:uLnTx/>
                <a:uFillTx/>
                <a:latin typeface="ADLaM Display" panose="020F0502020204030204" pitchFamily="2" charset="0"/>
                <a:ea typeface="汉仪雅酷黑-55W" panose="020B0504020202020204"/>
                <a:cs typeface="ADLaM Display" panose="020F0502020204030204" pitchFamily="2" charset="0"/>
                <a:sym typeface="+mn-ea"/>
              </a:rPr>
              <a:t>、陪伴消费者对热爱的</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lang="zh-CN" altLang="en-US"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寻找</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kumimoji="0" lang="zh-CN" altLang="en-US" sz="1400" b="0" i="0" u="none" strike="noStrike" kern="1200" cap="none" spc="0" normalizeH="0" baseline="0" noProof="0">
                <a:ln>
                  <a:noFill/>
                </a:ln>
                <a:solidFill>
                  <a:prstClr val="black"/>
                </a:solidFill>
                <a:effectLst/>
                <a:uLnTx/>
                <a:uFillTx/>
                <a:latin typeface="ADLaM Display" panose="020F0502020204030204" pitchFamily="2" charset="0"/>
                <a:ea typeface="汉仪雅酷黑-55W" panose="020B0504020202020204"/>
                <a:cs typeface="ADLaM Display" panose="020F0502020204030204" pitchFamily="2" charset="0"/>
                <a:sym typeface="+mn-ea"/>
              </a:rPr>
              <a:t>，回应消费者心中的</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lang="zh-CN" altLang="en-US"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旷野想象</a:t>
            </a:r>
            <a:r>
              <a:rPr lang="en-US" altLang="zh-CN"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a:t>
            </a:r>
            <a:r>
              <a:rPr kumimoji="0" lang="zh-CN" altLang="en-US" sz="1400" b="0" i="0" u="none" strike="noStrike" kern="1200" cap="none" spc="0" normalizeH="0" baseline="0" noProof="0">
                <a:ln>
                  <a:noFill/>
                </a:ln>
                <a:solidFill>
                  <a:prstClr val="black"/>
                </a:solidFill>
                <a:effectLst/>
                <a:uLnTx/>
                <a:uFillTx/>
                <a:latin typeface="ADLaM Display" panose="020F0502020204030204" pitchFamily="2" charset="0"/>
                <a:ea typeface="汉仪雅酷黑-55W" panose="020B0504020202020204"/>
                <a:cs typeface="ADLaM Display" panose="020F0502020204030204" pitchFamily="2" charset="0"/>
                <a:sym typeface="+mn-ea"/>
              </a:rPr>
              <a:t>，最终赋能终端</a:t>
            </a:r>
            <a:r>
              <a:rPr lang="zh-CN" altLang="en-US" sz="1400">
                <a:solidFill>
                  <a:prstClr val="black"/>
                </a:solidFill>
                <a:latin typeface="ADLaM Display" panose="020F0502020204030204" pitchFamily="2" charset="0"/>
                <a:ea typeface="汉仪雅酷黑-55W" panose="020B0504020202020204"/>
                <a:cs typeface="ADLaM Display" panose="020F0502020204030204" pitchFamily="2" charset="0"/>
                <a:sym typeface="+mn-ea"/>
              </a:rPr>
              <a:t>，</a:t>
            </a:r>
            <a:r>
              <a:rPr lang="zh-CN" altLang="en-US" sz="1400">
                <a:solidFill>
                  <a:srgbClr val="0086CD"/>
                </a:solidFill>
                <a:latin typeface="ADLaM Display" panose="020F0502020204030204" pitchFamily="2" charset="0"/>
                <a:ea typeface="汉仪雅酷黑-55W" panose="020B0504020202020204"/>
                <a:cs typeface="ADLaM Display" panose="020F0502020204030204" pitchFamily="2" charset="0"/>
                <a:sym typeface="+mn-ea"/>
              </a:rPr>
              <a:t>销售提振</a:t>
            </a:r>
            <a:r>
              <a:rPr kumimoji="0" lang="zh-CN" altLang="en-US" sz="1400" b="0" i="0" u="none" strike="noStrike" kern="1200" cap="none" spc="0" normalizeH="0" baseline="0" noProof="0">
                <a:ln>
                  <a:noFill/>
                </a:ln>
                <a:solidFill>
                  <a:prstClr val="black"/>
                </a:solidFill>
                <a:effectLst/>
                <a:uLnTx/>
                <a:uFillTx/>
                <a:latin typeface="ADLaM Display" panose="020F0502020204030204" pitchFamily="2" charset="0"/>
                <a:ea typeface="汉仪雅酷黑-55W" panose="020B0504020202020204"/>
                <a:cs typeface="ADLaM Display" panose="020F0502020204030204" pitchFamily="2" charset="0"/>
                <a:sym typeface="+mn-ea"/>
              </a:rPr>
              <a:t>。</a:t>
            </a:r>
            <a:endParaRPr lang="zh-CN" altLang="en-US" sz="1800">
              <a:latin typeface="ADLaM Display" panose="020F0502020204030204" pitchFamily="2" charset="0"/>
              <a:ea typeface="汉仪雅酷黑-55W" panose="020B0504020202020204"/>
              <a:cs typeface="ADLaM Display" panose="020F0502020204030204" pitchFamily="2" charset="0"/>
              <a:sym typeface="+mn-ea"/>
            </a:endParaRPr>
          </a:p>
        </p:txBody>
      </p:sp>
      <p:sp>
        <p:nvSpPr>
          <p:cNvPr id="34" name="箭头: V 形 33"/>
          <p:cNvSpPr/>
          <p:nvPr/>
        </p:nvSpPr>
        <p:spPr>
          <a:xfrm>
            <a:off x="3947385" y="4729141"/>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
        <p:nvSpPr>
          <p:cNvPr id="35" name="箭头: V 形 34"/>
          <p:cNvSpPr/>
          <p:nvPr/>
        </p:nvSpPr>
        <p:spPr>
          <a:xfrm>
            <a:off x="4307476" y="4729141"/>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
        <p:nvSpPr>
          <p:cNvPr id="36" name="箭头: V 形 35"/>
          <p:cNvSpPr/>
          <p:nvPr/>
        </p:nvSpPr>
        <p:spPr>
          <a:xfrm>
            <a:off x="7757318" y="4729141"/>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
        <p:nvSpPr>
          <p:cNvPr id="37" name="箭头: V 形 36"/>
          <p:cNvSpPr/>
          <p:nvPr/>
        </p:nvSpPr>
        <p:spPr>
          <a:xfrm>
            <a:off x="8117409" y="4729141"/>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989384" y="1624287"/>
            <a:ext cx="9980047" cy="473435"/>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微软雅黑" panose="020B0503020204020204" charset="-122"/>
              <a:cs typeface="+mn-cs"/>
            </a:endParaRPr>
          </a:p>
        </p:txBody>
      </p:sp>
      <p:sp>
        <p:nvSpPr>
          <p:cNvPr id="8" name="标题 1"/>
          <p:cNvSpPr txBox="1"/>
          <p:nvPr/>
        </p:nvSpPr>
        <p:spPr>
          <a:xfrm>
            <a:off x="2706914" y="626110"/>
            <a:ext cx="7303135" cy="498475"/>
          </a:xfrm>
          <a:prstGeom prst="rect">
            <a:avLst/>
          </a:prstGeom>
        </p:spPr>
        <p:txBody>
          <a:bodyPr lIns="91427" tIns="45719" rIns="91427" bIns="45719">
            <a:noAutofit/>
          </a:bodyPr>
          <a:lstStyle/>
          <a:p>
            <a:pPr marL="0" marR="0" lvl="0" indent="0" algn="ctr" defTabSz="685800" rtl="0" eaLnBrk="1" fontAlgn="auto" latinLnBrk="0" hangingPunct="1">
              <a:lnSpc>
                <a:spcPct val="90000"/>
              </a:lnSpc>
              <a:spcBef>
                <a:spcPct val="0"/>
              </a:spcBef>
              <a:spcAft>
                <a:spcPct val="0"/>
              </a:spcAft>
              <a:buClrTx/>
              <a:buSzTx/>
              <a:buFontTx/>
              <a:buNone/>
              <a:defRPr/>
            </a:pPr>
            <a:r>
              <a:rPr lang="zh-CN" altLang="en-US" sz="2000" i="1" spc="300">
                <a:solidFill>
                  <a:prstClr val="black"/>
                </a:solidFill>
                <a:latin typeface="汉仪雅酷黑-55W" panose="020B0504020202020204" pitchFamily="34" charset="-122"/>
                <a:ea typeface="汉仪雅酷黑-55W" panose="020B0504020202020204" pitchFamily="34" charset="-122"/>
                <a:cs typeface="微软雅黑" panose="020B0503020204020204" charset="-122"/>
                <a:sym typeface="+mn-ea"/>
              </a:rPr>
              <a:t>伊利牧场 </a:t>
            </a:r>
            <a:r>
              <a:rPr kumimoji="0" lang="zh-CN" altLang="en-US" sz="2000" i="1" u="none" strike="noStrike" kern="1200" cap="none" spc="300" normalizeH="0" baseline="0" noProof="0">
                <a:ln>
                  <a:noFill/>
                </a:ln>
                <a:solidFill>
                  <a:prstClr val="black"/>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rPr>
              <a:t>202</a:t>
            </a:r>
            <a:r>
              <a:rPr kumimoji="0" lang="en-US" altLang="zh-CN" sz="2000" i="1" u="none" strike="noStrike" kern="1200" cap="none" spc="300" normalizeH="0" baseline="0" noProof="0">
                <a:ln>
                  <a:noFill/>
                </a:ln>
                <a:solidFill>
                  <a:prstClr val="black"/>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rPr>
              <a:t>5</a:t>
            </a:r>
            <a:r>
              <a:rPr kumimoji="0" lang="zh-CN" altLang="en-US" sz="2000" i="1" u="none" strike="noStrike" kern="1200" cap="none" spc="300" normalizeH="0" baseline="0" noProof="0">
                <a:ln>
                  <a:noFill/>
                </a:ln>
                <a:solidFill>
                  <a:prstClr val="black"/>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rPr>
              <a:t>年营销设想及排布</a:t>
            </a:r>
          </a:p>
        </p:txBody>
      </p:sp>
      <p:grpSp>
        <p:nvGrpSpPr>
          <p:cNvPr id="25" name="组合 24"/>
          <p:cNvGrpSpPr/>
          <p:nvPr/>
        </p:nvGrpSpPr>
        <p:grpSpPr>
          <a:xfrm>
            <a:off x="1989385" y="2243383"/>
            <a:ext cx="10020370" cy="225627"/>
            <a:chOff x="1905803" y="2394582"/>
            <a:chExt cx="10103952" cy="225627"/>
          </a:xfrm>
        </p:grpSpPr>
        <p:sp>
          <p:nvSpPr>
            <p:cNvPr id="4" name="圆角矩形 8"/>
            <p:cNvSpPr/>
            <p:nvPr/>
          </p:nvSpPr>
          <p:spPr>
            <a:xfrm>
              <a:off x="3527081" y="2394582"/>
              <a:ext cx="1610035"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7</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sp>
          <p:nvSpPr>
            <p:cNvPr id="5" name="圆角矩形 8"/>
            <p:cNvSpPr/>
            <p:nvPr/>
          </p:nvSpPr>
          <p:spPr>
            <a:xfrm>
              <a:off x="5274406" y="2394582"/>
              <a:ext cx="1604666"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8</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sp>
          <p:nvSpPr>
            <p:cNvPr id="6" name="圆角矩形 8"/>
            <p:cNvSpPr/>
            <p:nvPr/>
          </p:nvSpPr>
          <p:spPr>
            <a:xfrm>
              <a:off x="6953984" y="2394582"/>
              <a:ext cx="1579392"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9</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sp>
          <p:nvSpPr>
            <p:cNvPr id="7" name="圆角矩形 8"/>
            <p:cNvSpPr/>
            <p:nvPr/>
          </p:nvSpPr>
          <p:spPr>
            <a:xfrm>
              <a:off x="8732252" y="2394582"/>
              <a:ext cx="1579391"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10</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sp>
          <p:nvSpPr>
            <p:cNvPr id="9" name="圆角矩形 8"/>
            <p:cNvSpPr/>
            <p:nvPr/>
          </p:nvSpPr>
          <p:spPr>
            <a:xfrm>
              <a:off x="1905803" y="2396280"/>
              <a:ext cx="1529567"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6</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sp>
          <p:nvSpPr>
            <p:cNvPr id="10" name="圆角矩形 8"/>
            <p:cNvSpPr/>
            <p:nvPr/>
          </p:nvSpPr>
          <p:spPr>
            <a:xfrm>
              <a:off x="10426781" y="2396280"/>
              <a:ext cx="1582974" cy="223929"/>
            </a:xfrm>
            <a:prstGeom prst="roundRect">
              <a:avLst/>
            </a:prstGeom>
            <a:solidFill>
              <a:srgbClr val="1F74A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 typeface="+mj-lt"/>
                <a:buNone/>
                <a:defRPr/>
              </a:pPr>
              <a:r>
                <a:rPr lang="en-US" altLang="zh-CN" sz="1400" kern="0">
                  <a:solidFill>
                    <a:prstClr val="white"/>
                  </a:solidFill>
                  <a:latin typeface="汉仪雅酷黑-55W" panose="020B0504020202020204" pitchFamily="34" charset="-122"/>
                  <a:ea typeface="汉仪雅酷黑-55W" panose="020B0504020202020204" pitchFamily="34" charset="-122"/>
                  <a:cs typeface="微软雅黑" panose="020B0503020204020204" charset="-122"/>
                </a:rPr>
                <a:t>11</a:t>
              </a:r>
              <a:r>
                <a:rPr kumimoji="0" lang="zh-CN" altLang="en-US" sz="1400" b="0" i="0" u="none" strike="noStrike" kern="0" cap="none" spc="0" normalizeH="0" baseline="0" noProof="0">
                  <a:ln>
                    <a:noFill/>
                  </a:ln>
                  <a:solidFill>
                    <a:prstClr val="white"/>
                  </a:solidFill>
                  <a:effectLst/>
                  <a:uLnTx/>
                  <a:uFillTx/>
                  <a:latin typeface="汉仪雅酷黑-55W" panose="020B0504020202020204" pitchFamily="34" charset="-122"/>
                  <a:ea typeface="汉仪雅酷黑-55W" panose="020B0504020202020204" pitchFamily="34" charset="-122"/>
                  <a:cs typeface="微软雅黑" panose="020B0503020204020204" charset="-122"/>
                </a:rPr>
                <a:t>月</a:t>
              </a:r>
            </a:p>
          </p:txBody>
        </p:sp>
      </p:grpSp>
      <p:sp>
        <p:nvSpPr>
          <p:cNvPr id="11" name="矩形 10"/>
          <p:cNvSpPr/>
          <p:nvPr/>
        </p:nvSpPr>
        <p:spPr>
          <a:xfrm>
            <a:off x="222570" y="2243383"/>
            <a:ext cx="1657788" cy="239900"/>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rPr>
              <a:t>推广时间</a:t>
            </a:r>
          </a:p>
        </p:txBody>
      </p:sp>
      <p:sp>
        <p:nvSpPr>
          <p:cNvPr id="12" name="矩形 11"/>
          <p:cNvSpPr/>
          <p:nvPr/>
        </p:nvSpPr>
        <p:spPr>
          <a:xfrm>
            <a:off x="222569" y="1328550"/>
            <a:ext cx="774381" cy="769171"/>
          </a:xfrm>
          <a:prstGeom prst="rect">
            <a:avLst/>
          </a:prstGeom>
          <a:solidFill>
            <a:srgbClr val="00B0F0"/>
          </a:solidFill>
          <a:ln w="317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ea"/>
              </a:rPr>
              <a:t>核心</a:t>
            </a:r>
            <a:r>
              <a:rPr kumimoji="0" lang="en-US" altLang="zh-CN" sz="1200"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ea"/>
              </a:rPr>
              <a:t>IDEA</a:t>
            </a:r>
            <a:endParaRPr kumimoji="0" lang="zh-CN" altLang="en-US" sz="1200"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ea"/>
            </a:endParaRPr>
          </a:p>
        </p:txBody>
      </p:sp>
      <p:sp>
        <p:nvSpPr>
          <p:cNvPr id="20" name="标题 1"/>
          <p:cNvSpPr txBox="1"/>
          <p:nvPr/>
        </p:nvSpPr>
        <p:spPr>
          <a:xfrm>
            <a:off x="3008507" y="1649956"/>
            <a:ext cx="7303135" cy="498475"/>
          </a:xfrm>
          <a:prstGeom prst="rect">
            <a:avLst/>
          </a:prstGeom>
        </p:spPr>
        <p:txBody>
          <a:bodyPr lIns="91427" tIns="45719" rIns="91427" bIns="45719">
            <a:noAutofit/>
          </a:bodyPr>
          <a:lstStyle/>
          <a:p>
            <a:pPr marL="0" marR="0" lvl="0" indent="0" algn="ctr" defTabSz="685800" rtl="0" eaLnBrk="1" fontAlgn="auto" latinLnBrk="0" hangingPunct="1">
              <a:lnSpc>
                <a:spcPct val="90000"/>
              </a:lnSpc>
              <a:spcBef>
                <a:spcPct val="0"/>
              </a:spcBef>
              <a:spcAft>
                <a:spcPct val="0"/>
              </a:spcAft>
              <a:buClrTx/>
              <a:buSzTx/>
              <a:buFontTx/>
              <a:buNone/>
              <a:defRPr/>
            </a:pPr>
            <a:r>
              <a:rPr kumimoji="0" lang="zh-CN" altLang="en-US" sz="2800" b="1" i="0" u="none" strike="noStrike" kern="1200" cap="none" spc="600" normalizeH="0" baseline="0" noProof="0">
                <a:ln>
                  <a:noFill/>
                </a:ln>
                <a:solidFill>
                  <a:srgbClr val="0086CD"/>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rPr>
              <a:t>“全民奔向旷野计划”</a:t>
            </a:r>
          </a:p>
        </p:txBody>
      </p:sp>
      <p:sp>
        <p:nvSpPr>
          <p:cNvPr id="23" name="矩形 22"/>
          <p:cNvSpPr/>
          <p:nvPr/>
        </p:nvSpPr>
        <p:spPr>
          <a:xfrm>
            <a:off x="1105977" y="1328551"/>
            <a:ext cx="774381" cy="239900"/>
          </a:xfrm>
          <a:prstGeom prst="rect">
            <a:avLst/>
          </a:prstGeom>
          <a:solidFill>
            <a:srgbClr val="0086CD"/>
          </a:solidFill>
          <a:ln w="317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bg1"/>
                </a:solidFill>
                <a:latin typeface="微软雅黑" panose="020B0503020204020204" charset="-122"/>
                <a:ea typeface="微软雅黑" panose="020B0503020204020204" charset="-122"/>
                <a:cs typeface="+mn-ea"/>
              </a:rPr>
              <a:t>策略</a:t>
            </a:r>
            <a:endParaRPr kumimoji="0" lang="zh-CN" altLang="en-US" sz="1200"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ea"/>
            </a:endParaRPr>
          </a:p>
        </p:txBody>
      </p:sp>
      <p:sp>
        <p:nvSpPr>
          <p:cNvPr id="24" name="矩形 23"/>
          <p:cNvSpPr/>
          <p:nvPr/>
        </p:nvSpPr>
        <p:spPr>
          <a:xfrm>
            <a:off x="1105977" y="1624287"/>
            <a:ext cx="774381" cy="473434"/>
          </a:xfrm>
          <a:prstGeom prst="rect">
            <a:avLst/>
          </a:prstGeom>
          <a:solidFill>
            <a:srgbClr val="0086CD"/>
          </a:solidFill>
          <a:ln w="317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bg1"/>
                </a:solidFill>
                <a:latin typeface="微软雅黑" panose="020B0503020204020204" charset="-122"/>
                <a:ea typeface="微软雅黑" panose="020B0503020204020204" charset="-122"/>
                <a:cs typeface="+mn-ea"/>
              </a:rPr>
              <a:t>主题</a:t>
            </a:r>
            <a:endParaRPr kumimoji="0" lang="zh-CN" altLang="en-US" sz="1200" b="0"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ea"/>
            </a:endParaRPr>
          </a:p>
        </p:txBody>
      </p:sp>
      <p:sp>
        <p:nvSpPr>
          <p:cNvPr id="27" name="矩形 26"/>
          <p:cNvSpPr/>
          <p:nvPr/>
        </p:nvSpPr>
        <p:spPr>
          <a:xfrm>
            <a:off x="1989384" y="1328550"/>
            <a:ext cx="9980047" cy="239902"/>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ct val="0"/>
              </a:spcBef>
              <a:spcAft>
                <a:spcPct val="0"/>
              </a:spcAft>
              <a:buClrTx/>
              <a:buSzTx/>
              <a:defRPr/>
            </a:pPr>
            <a:r>
              <a:rPr kumimoji="0" lang="zh-CN" altLang="en-US" sz="1100" i="0" u="none" strike="noStrike" kern="0" cap="none" spc="0" normalizeH="0" baseline="0" noProof="0">
                <a:ln>
                  <a:noFill/>
                </a:ln>
                <a:solidFill>
                  <a:schemeClr val="tx1"/>
                </a:solidFill>
                <a:effectLst/>
                <a:uLnTx/>
                <a:uFillTx/>
                <a:latin typeface="汉仪雅酷黑-55W" panose="020B0504020202020204" pitchFamily="34" charset="-122"/>
                <a:ea typeface="汉仪雅酷黑-55W" panose="020B0504020202020204"/>
                <a:cs typeface="微软雅黑" panose="020B0503020204020204" charset="-122"/>
                <a:sym typeface="+mn-ea"/>
              </a:rPr>
              <a:t>以</a:t>
            </a:r>
            <a:r>
              <a:rPr kumimoji="0" lang="zh-CN" altLang="en-US" sz="1100" i="0" u="none" strike="noStrike" kern="1200" cap="none" spc="0" normalizeH="0" baseline="0" noProof="0">
                <a:ln>
                  <a:noFill/>
                </a:ln>
                <a:solidFill>
                  <a:schemeClr val="tx1"/>
                </a:solidFill>
                <a:effectLst/>
                <a:uLnTx/>
                <a:uFillTx/>
                <a:latin typeface="微软雅黑 Light" panose="020B0502040204020203" pitchFamily="34" charset="-122"/>
                <a:ea typeface="汉仪雅酷黑-55W" panose="020B0504020202020204"/>
              </a:rPr>
              <a:t>「玩」、 「吃」、 「情」拓展消费新场景、新时机，深化伊利牧场感性价值，涵盖消费者「出行」全场景，遇见美景、链接情谊、转化销售</a:t>
            </a:r>
            <a:endParaRPr kumimoji="0" lang="zh-CN" altLang="en-US" sz="1100" i="0" u="none" strike="noStrike" kern="0" cap="none" spc="0" normalizeH="0" baseline="0" noProof="0">
              <a:ln>
                <a:noFill/>
              </a:ln>
              <a:solidFill>
                <a:schemeClr val="tx1"/>
              </a:solidFill>
              <a:effectLst/>
              <a:uLnTx/>
              <a:uFillTx/>
              <a:latin typeface="汉仪雅酷黑-55W" panose="020B0504020202020204" pitchFamily="34" charset="-122"/>
              <a:ea typeface="汉仪雅酷黑-55W" panose="020B0504020202020204"/>
              <a:cs typeface="微软雅黑" panose="020B0503020204020204" charset="-122"/>
              <a:sym typeface="+mn-ea"/>
            </a:endParaRPr>
          </a:p>
        </p:txBody>
      </p:sp>
      <p:sp>
        <p:nvSpPr>
          <p:cNvPr id="28" name="矩形 27"/>
          <p:cNvSpPr/>
          <p:nvPr/>
        </p:nvSpPr>
        <p:spPr>
          <a:xfrm>
            <a:off x="222570" y="2570131"/>
            <a:ext cx="1657788" cy="444001"/>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核心 </a:t>
            </a:r>
            <a:r>
              <a:rPr lang="en-US" altLang="zh-CN" sz="1200">
                <a:solidFill>
                  <a:schemeClr val="tx1"/>
                </a:solidFill>
                <a:latin typeface="微软雅黑" panose="020B0503020204020204" charset="-122"/>
                <a:ea typeface="微软雅黑" panose="020B0503020204020204" charset="-122"/>
                <a:cs typeface="+mn-ea"/>
              </a:rPr>
              <a:t>Campaign</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cxnSp>
        <p:nvCxnSpPr>
          <p:cNvPr id="33" name="直接连接符 32"/>
          <p:cNvCxnSpPr/>
          <p:nvPr/>
        </p:nvCxnSpPr>
        <p:spPr>
          <a:xfrm flipH="1">
            <a:off x="5270166" y="2570131"/>
            <a:ext cx="0" cy="444001"/>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8717915" y="2570131"/>
            <a:ext cx="0" cy="444001"/>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1968289" y="2570131"/>
            <a:ext cx="0" cy="444001"/>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989384" y="2570131"/>
            <a:ext cx="0" cy="444001"/>
          </a:xfrm>
          <a:prstGeom prst="line">
            <a:avLst/>
          </a:prstGeom>
          <a:ln w="127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2602585" y="2572974"/>
            <a:ext cx="1980029" cy="554639"/>
          </a:xfrm>
          <a:prstGeom prst="rect">
            <a:avLst/>
          </a:prstGeom>
          <a:noFill/>
        </p:spPr>
        <p:txBody>
          <a:bodyPr wrap="none" rtlCol="0">
            <a:spAutoFit/>
          </a:bodyPr>
          <a:lstStyle/>
          <a:p>
            <a:pPr algn="ctr">
              <a:lnSpc>
                <a:spcPct val="120000"/>
              </a:lnSpc>
            </a:pPr>
            <a:r>
              <a:rPr lang="zh-CN" altLang="en-US" sz="1200">
                <a:ea typeface="汉仪雅酷黑-55W" panose="020B0504020202020204"/>
              </a:rPr>
              <a:t>伊利牧场</a:t>
            </a:r>
            <a:r>
              <a:rPr lang="en-US" altLang="zh-CN" sz="1200">
                <a:ea typeface="汉仪雅酷黑-55W" panose="020B0504020202020204"/>
              </a:rPr>
              <a:t>×</a:t>
            </a:r>
            <a:r>
              <a:rPr lang="zh-CN" altLang="en-US" sz="1200">
                <a:ea typeface="汉仪雅酷黑-55W" panose="020B0504020202020204"/>
              </a:rPr>
              <a:t>文旅局</a:t>
            </a:r>
            <a:endParaRPr lang="en-US" altLang="zh-CN" sz="1200">
              <a:ea typeface="汉仪雅酷黑-55W" panose="020B0504020202020204"/>
            </a:endParaRPr>
          </a:p>
          <a:p>
            <a:pPr algn="ctr">
              <a:lnSpc>
                <a:spcPct val="120000"/>
              </a:lnSpc>
            </a:pPr>
            <a:r>
              <a:rPr lang="zh-CN" altLang="en-US" sz="1400">
                <a:solidFill>
                  <a:srgbClr val="0086CD"/>
                </a:solidFill>
                <a:ea typeface="汉仪雅酷黑-55W" panose="020B0504020202020204"/>
              </a:rPr>
              <a:t>打造全民奔向旷野计划</a:t>
            </a:r>
            <a:endParaRPr lang="en-US" altLang="zh-CN" sz="1400">
              <a:solidFill>
                <a:srgbClr val="0086CD"/>
              </a:solidFill>
              <a:ea typeface="汉仪雅酷黑-55W" panose="020B0504020202020204"/>
            </a:endParaRPr>
          </a:p>
        </p:txBody>
      </p:sp>
      <p:sp>
        <p:nvSpPr>
          <p:cNvPr id="43" name="文本框 42"/>
          <p:cNvSpPr txBox="1"/>
          <p:nvPr/>
        </p:nvSpPr>
        <p:spPr>
          <a:xfrm>
            <a:off x="5778184" y="2572974"/>
            <a:ext cx="2339102" cy="554639"/>
          </a:xfrm>
          <a:prstGeom prst="rect">
            <a:avLst/>
          </a:prstGeom>
          <a:noFill/>
        </p:spPr>
        <p:txBody>
          <a:bodyPr wrap="none" rtlCol="0">
            <a:spAutoFit/>
          </a:bodyPr>
          <a:lstStyle/>
          <a:p>
            <a:pPr algn="ctr">
              <a:lnSpc>
                <a:spcPct val="120000"/>
              </a:lnSpc>
            </a:pPr>
            <a:r>
              <a:rPr lang="zh-CN" altLang="en-US" sz="1200">
                <a:ea typeface="汉仪雅酷黑-55W" panose="020B0504020202020204"/>
              </a:rPr>
              <a:t>伊利牧场</a:t>
            </a:r>
            <a:r>
              <a:rPr lang="en-US" altLang="zh-CN" sz="1200">
                <a:ea typeface="汉仪雅酷黑-55W" panose="020B0504020202020204"/>
              </a:rPr>
              <a:t>×</a:t>
            </a:r>
            <a:r>
              <a:rPr lang="zh-CN" altLang="en-US" sz="1200">
                <a:ea typeface="汉仪雅酷黑-55W" panose="020B0504020202020204"/>
              </a:rPr>
              <a:t>小红书</a:t>
            </a:r>
            <a:endParaRPr lang="en-US" altLang="zh-CN" sz="1200">
              <a:ea typeface="汉仪雅酷黑-55W" panose="020B0504020202020204"/>
            </a:endParaRPr>
          </a:p>
          <a:p>
            <a:pPr algn="ctr">
              <a:lnSpc>
                <a:spcPct val="120000"/>
              </a:lnSpc>
            </a:pPr>
            <a:r>
              <a:rPr lang="zh-CN" altLang="en-US" sz="1400">
                <a:solidFill>
                  <a:srgbClr val="0086CD"/>
                </a:solidFill>
                <a:ea typeface="汉仪雅酷黑-55W" panose="020B0504020202020204"/>
              </a:rPr>
              <a:t>和旷野宝藏出行图来场攻略</a:t>
            </a:r>
            <a:endParaRPr lang="en-US" altLang="zh-CN" sz="1400">
              <a:solidFill>
                <a:srgbClr val="0086CD"/>
              </a:solidFill>
              <a:ea typeface="汉仪雅酷黑-55W" panose="020B0504020202020204"/>
            </a:endParaRPr>
          </a:p>
        </p:txBody>
      </p:sp>
      <p:sp>
        <p:nvSpPr>
          <p:cNvPr id="44" name="文本框 43"/>
          <p:cNvSpPr txBox="1"/>
          <p:nvPr/>
        </p:nvSpPr>
        <p:spPr>
          <a:xfrm>
            <a:off x="9244179" y="2572974"/>
            <a:ext cx="2339102" cy="554639"/>
          </a:xfrm>
          <a:prstGeom prst="rect">
            <a:avLst/>
          </a:prstGeom>
          <a:noFill/>
        </p:spPr>
        <p:txBody>
          <a:bodyPr wrap="none" rtlCol="0">
            <a:spAutoFit/>
          </a:bodyPr>
          <a:lstStyle/>
          <a:p>
            <a:pPr algn="ctr">
              <a:lnSpc>
                <a:spcPct val="120000"/>
              </a:lnSpc>
            </a:pPr>
            <a:r>
              <a:rPr lang="zh-CN" altLang="en-US" sz="1200">
                <a:ea typeface="汉仪雅酷黑-55W" panose="020B0504020202020204"/>
              </a:rPr>
              <a:t>伊利牧场</a:t>
            </a:r>
            <a:r>
              <a:rPr lang="en-US" altLang="zh-CN" sz="1200">
                <a:ea typeface="汉仪雅酷黑-55W" panose="020B0504020202020204"/>
              </a:rPr>
              <a:t>×</a:t>
            </a:r>
            <a:r>
              <a:rPr lang="zh-CN" altLang="en-US" sz="1200">
                <a:ea typeface="汉仪雅酷黑-55W" panose="020B0504020202020204"/>
              </a:rPr>
              <a:t>地方媒体</a:t>
            </a:r>
            <a:endParaRPr lang="en-US" altLang="zh-CN" sz="1200">
              <a:ea typeface="汉仪雅酷黑-55W" panose="020B0504020202020204"/>
            </a:endParaRPr>
          </a:p>
          <a:p>
            <a:pPr algn="ctr">
              <a:lnSpc>
                <a:spcPct val="120000"/>
              </a:lnSpc>
            </a:pPr>
            <a:r>
              <a:rPr lang="zh-CN" altLang="en-US" sz="1400">
                <a:solidFill>
                  <a:srgbClr val="0086CD"/>
                </a:solidFill>
                <a:ea typeface="汉仪雅酷黑-55W" panose="020B0504020202020204"/>
              </a:rPr>
              <a:t>和各地生活圈一起奔向旷野</a:t>
            </a:r>
            <a:endParaRPr lang="en-US" altLang="zh-CN" sz="1400">
              <a:solidFill>
                <a:srgbClr val="0086CD"/>
              </a:solidFill>
              <a:ea typeface="汉仪雅酷黑-55W" panose="020B0504020202020204"/>
            </a:endParaRPr>
          </a:p>
        </p:txBody>
      </p:sp>
      <p:sp>
        <p:nvSpPr>
          <p:cNvPr id="45" name="矩形 44"/>
          <p:cNvSpPr/>
          <p:nvPr/>
        </p:nvSpPr>
        <p:spPr>
          <a:xfrm>
            <a:off x="222570" y="3140496"/>
            <a:ext cx="1657788" cy="281519"/>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阶段目的</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sp>
        <p:nvSpPr>
          <p:cNvPr id="46" name="矩形 45"/>
          <p:cNvSpPr/>
          <p:nvPr/>
        </p:nvSpPr>
        <p:spPr>
          <a:xfrm>
            <a:off x="1989385" y="3140496"/>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微软雅黑" panose="020B0503020204020204" charset="-122"/>
                <a:ea typeface="汉仪雅酷黑-55W" panose="020B0504020202020204"/>
                <a:cs typeface="+mn-ea"/>
              </a:rPr>
              <a:t>引发潮流，掀起话题</a:t>
            </a:r>
            <a:endPar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endParaRPr>
          </a:p>
        </p:txBody>
      </p:sp>
      <p:sp>
        <p:nvSpPr>
          <p:cNvPr id="49" name="矩形 48"/>
          <p:cNvSpPr/>
          <p:nvPr/>
        </p:nvSpPr>
        <p:spPr>
          <a:xfrm>
            <a:off x="5386503" y="3140496"/>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线上联动</a:t>
            </a:r>
            <a:r>
              <a:rPr lang="zh-CN" altLang="en-US" sz="1200">
                <a:solidFill>
                  <a:schemeClr val="tx1"/>
                </a:solidFill>
                <a:latin typeface="微软雅黑" panose="020B0503020204020204" charset="-122"/>
                <a:ea typeface="汉仪雅酷黑-55W" panose="020B0504020202020204"/>
                <a:cs typeface="+mn-ea"/>
              </a:rPr>
              <a:t>，</a:t>
            </a: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全网发酵</a:t>
            </a:r>
          </a:p>
        </p:txBody>
      </p:sp>
      <p:sp>
        <p:nvSpPr>
          <p:cNvPr id="50" name="矩形 49"/>
          <p:cNvSpPr/>
          <p:nvPr/>
        </p:nvSpPr>
        <p:spPr>
          <a:xfrm>
            <a:off x="8761858" y="3140496"/>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事件延续，内容包装</a:t>
            </a:r>
          </a:p>
        </p:txBody>
      </p:sp>
      <p:sp>
        <p:nvSpPr>
          <p:cNvPr id="52" name="矩形 51"/>
          <p:cNvSpPr/>
          <p:nvPr/>
        </p:nvSpPr>
        <p:spPr>
          <a:xfrm>
            <a:off x="222570" y="3516948"/>
            <a:ext cx="1657788" cy="281519"/>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产品端</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sp>
        <p:nvSpPr>
          <p:cNvPr id="53" name="矩形 52"/>
          <p:cNvSpPr/>
          <p:nvPr/>
        </p:nvSpPr>
        <p:spPr>
          <a:xfrm>
            <a:off x="1989384" y="3503082"/>
            <a:ext cx="9977051" cy="281518"/>
          </a:xfrm>
          <a:prstGeom prst="rect">
            <a:avLst/>
          </a:prstGeom>
          <a:solidFill>
            <a:srgbClr val="D0DB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伊利牧场</a:t>
            </a:r>
            <a:r>
              <a:rPr kumimoji="0" lang="zh-CN" altLang="en-US" sz="1200" i="0" u="none" strike="noStrike" kern="1200" cap="none" spc="0" normalizeH="0" baseline="0" noProof="0">
                <a:ln>
                  <a:noFill/>
                </a:ln>
                <a:solidFill>
                  <a:schemeClr val="tx1"/>
                </a:solidFill>
                <a:effectLst/>
                <a:uLnTx/>
                <a:uFillTx/>
                <a:latin typeface="微软雅黑 Light" panose="020B0502040204020203" pitchFamily="34" charset="-122"/>
                <a:ea typeface="汉仪雅酷黑-55W" panose="020B0504020202020204"/>
              </a:rPr>
              <a:t>「车牌」限定包装</a:t>
            </a:r>
            <a:endPar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endParaRPr>
          </a:p>
        </p:txBody>
      </p:sp>
      <p:sp>
        <p:nvSpPr>
          <p:cNvPr id="54" name="矩形 53"/>
          <p:cNvSpPr/>
          <p:nvPr/>
        </p:nvSpPr>
        <p:spPr>
          <a:xfrm>
            <a:off x="222570" y="3884933"/>
            <a:ext cx="1657788" cy="1644516"/>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大事件</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sp>
        <p:nvSpPr>
          <p:cNvPr id="55" name="矩形 54"/>
          <p:cNvSpPr/>
          <p:nvPr/>
        </p:nvSpPr>
        <p:spPr>
          <a:xfrm>
            <a:off x="222570" y="5605408"/>
            <a:ext cx="1657788" cy="236071"/>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小程序互动</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sp>
        <p:nvSpPr>
          <p:cNvPr id="56" name="矩形 55"/>
          <p:cNvSpPr/>
          <p:nvPr/>
        </p:nvSpPr>
        <p:spPr>
          <a:xfrm>
            <a:off x="222570" y="5914126"/>
            <a:ext cx="1657788" cy="281519"/>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1200">
                <a:solidFill>
                  <a:schemeClr val="tx1"/>
                </a:solidFill>
                <a:latin typeface="微软雅黑" panose="020B0503020204020204" charset="-122"/>
                <a:ea typeface="微软雅黑" panose="020B0503020204020204" charset="-122"/>
                <a:cs typeface="+mn-ea"/>
              </a:rPr>
              <a:t>渠道联动</a:t>
            </a:r>
            <a:endPar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endParaRPr>
          </a:p>
        </p:txBody>
      </p:sp>
      <p:sp>
        <p:nvSpPr>
          <p:cNvPr id="57" name="矩形 56"/>
          <p:cNvSpPr/>
          <p:nvPr/>
        </p:nvSpPr>
        <p:spPr>
          <a:xfrm>
            <a:off x="222570" y="6268550"/>
            <a:ext cx="1657788" cy="236071"/>
          </a:xfrm>
          <a:prstGeom prst="rect">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ea"/>
              </a:rPr>
              <a:t>传播资源</a:t>
            </a:r>
          </a:p>
        </p:txBody>
      </p:sp>
      <p:sp>
        <p:nvSpPr>
          <p:cNvPr id="70" name="矩形 69"/>
          <p:cNvSpPr/>
          <p:nvPr/>
        </p:nvSpPr>
        <p:spPr>
          <a:xfrm>
            <a:off x="1989384" y="6251256"/>
            <a:ext cx="9993066" cy="253365"/>
          </a:xfrm>
          <a:prstGeom prst="rect">
            <a:avLst/>
          </a:prstGeom>
          <a:solidFill>
            <a:schemeClr val="accent5">
              <a:lumMod val="60000"/>
              <a:lumOff val="4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10000"/>
              </a:lnSpc>
              <a:spcBef>
                <a:spcPct val="0"/>
              </a:spcBef>
              <a:spcAft>
                <a:spcPct val="0"/>
              </a:spcAft>
              <a:buClrTx/>
              <a:buSzTx/>
              <a:defRPr/>
            </a:pPr>
            <a:r>
              <a:rPr lang="zh-CN" altLang="en-US" sz="1000">
                <a:solidFill>
                  <a:prstClr val="black"/>
                </a:solidFill>
                <a:latin typeface="汉仪雅酷黑-55W" panose="020B0504020202020204" pitchFamily="34" charset="-122"/>
                <a:ea typeface="汉仪雅酷黑-55W" panose="020B0504020202020204" pitchFamily="34" charset="-122"/>
                <a:cs typeface="微软雅黑" panose="020B0503020204020204" charset="-122"/>
                <a:sym typeface="+mn-ea"/>
              </a:rPr>
              <a:t>以地方文旅局为主阵地，以小红书为主种草平台，联动官方各区域渠道引流</a:t>
            </a:r>
            <a:endParaRPr kumimoji="0" lang="zh-CN" altLang="en-US" sz="1000" b="0" i="0" u="none" strike="noStrike" kern="1200" cap="none" spc="0" normalizeH="0" baseline="0" noProof="0">
              <a:ln>
                <a:noFill/>
              </a:ln>
              <a:solidFill>
                <a:prstClr val="black"/>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endParaRPr>
          </a:p>
        </p:txBody>
      </p:sp>
      <p:sp>
        <p:nvSpPr>
          <p:cNvPr id="71" name="矩形 70"/>
          <p:cNvSpPr/>
          <p:nvPr/>
        </p:nvSpPr>
        <p:spPr>
          <a:xfrm>
            <a:off x="1989385" y="5918903"/>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微软雅黑" panose="020B0503020204020204" charset="-122"/>
                <a:ea typeface="汉仪雅酷黑-55W" panose="020B0504020202020204"/>
                <a:cs typeface="+mn-ea"/>
              </a:rPr>
              <a:t>最美公路线设置伊利牧场售卖装置</a:t>
            </a:r>
            <a:endPar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endParaRPr>
          </a:p>
        </p:txBody>
      </p:sp>
      <p:sp>
        <p:nvSpPr>
          <p:cNvPr id="72" name="矩形 71"/>
          <p:cNvSpPr/>
          <p:nvPr/>
        </p:nvSpPr>
        <p:spPr>
          <a:xfrm>
            <a:off x="5357553" y="5918903"/>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小红书推荐伊利牧场终端店对暗号赢礼</a:t>
            </a:r>
          </a:p>
        </p:txBody>
      </p:sp>
      <p:sp>
        <p:nvSpPr>
          <p:cNvPr id="73" name="矩形 72"/>
          <p:cNvSpPr/>
          <p:nvPr/>
        </p:nvSpPr>
        <p:spPr>
          <a:xfrm>
            <a:off x="8761858" y="5918903"/>
            <a:ext cx="3204580" cy="281518"/>
          </a:xfrm>
          <a:prstGeom prst="rect">
            <a:avLst/>
          </a:prstGeom>
          <a:solidFill>
            <a:srgbClr val="B2DA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1200" i="0" u="none" strike="noStrike" kern="1200" cap="none" spc="0" normalizeH="0" baseline="0" noProof="0">
                <a:ln>
                  <a:noFill/>
                </a:ln>
                <a:solidFill>
                  <a:schemeClr val="tx1"/>
                </a:solidFill>
                <a:effectLst/>
                <a:uLnTx/>
                <a:uFillTx/>
                <a:latin typeface="微软雅黑" panose="020B0503020204020204" charset="-122"/>
                <a:ea typeface="汉仪雅酷黑-55W" panose="020B0504020202020204"/>
                <a:cs typeface="+mn-ea"/>
              </a:rPr>
              <a:t>购买限定产品打卡小红书种草赢礼</a:t>
            </a:r>
          </a:p>
        </p:txBody>
      </p:sp>
      <p:sp>
        <p:nvSpPr>
          <p:cNvPr id="74" name="矩形 73"/>
          <p:cNvSpPr/>
          <p:nvPr/>
        </p:nvSpPr>
        <p:spPr>
          <a:xfrm>
            <a:off x="1989384" y="5605408"/>
            <a:ext cx="9993066" cy="253365"/>
          </a:xfrm>
          <a:prstGeom prst="rect">
            <a:avLst/>
          </a:prstGeom>
          <a:solidFill>
            <a:srgbClr val="86B4D3">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10000"/>
              </a:lnSpc>
              <a:spcBef>
                <a:spcPct val="0"/>
              </a:spcBef>
              <a:spcAft>
                <a:spcPct val="0"/>
              </a:spcAft>
              <a:buClrTx/>
              <a:buSzTx/>
              <a:defRPr/>
            </a:pPr>
            <a:r>
              <a:rPr lang="zh-CN" altLang="en-US" sz="1000">
                <a:solidFill>
                  <a:prstClr val="black"/>
                </a:solidFill>
                <a:latin typeface="汉仪雅酷黑-55W" panose="020B0504020202020204" pitchFamily="34" charset="-122"/>
                <a:ea typeface="汉仪雅酷黑-55W" panose="020B0504020202020204" pitchFamily="34" charset="-122"/>
                <a:cs typeface="微软雅黑" panose="020B0503020204020204" charset="-122"/>
                <a:sym typeface="+mn-ea"/>
              </a:rPr>
              <a:t>“全民奔向旷野计划”宝藏游攻略</a:t>
            </a:r>
            <a:r>
              <a:rPr lang="en-US" altLang="zh-CN" sz="1000">
                <a:solidFill>
                  <a:prstClr val="black"/>
                </a:solidFill>
                <a:latin typeface="汉仪雅酷黑-55W" panose="020B0504020202020204" pitchFamily="34" charset="-122"/>
                <a:ea typeface="汉仪雅酷黑-55W" panose="020B0504020202020204" pitchFamily="34" charset="-122"/>
                <a:cs typeface="微软雅黑" panose="020B0503020204020204" charset="-122"/>
                <a:sym typeface="+mn-ea"/>
              </a:rPr>
              <a:t>+</a:t>
            </a:r>
            <a:r>
              <a:rPr lang="zh-CN" altLang="en-US" sz="1000">
                <a:solidFill>
                  <a:prstClr val="black"/>
                </a:solidFill>
                <a:latin typeface="汉仪雅酷黑-55W" panose="020B0504020202020204" pitchFamily="34" charset="-122"/>
                <a:ea typeface="汉仪雅酷黑-55W" panose="020B0504020202020204" pitchFamily="34" charset="-122"/>
                <a:cs typeface="微软雅黑" panose="020B0503020204020204" charset="-122"/>
                <a:sym typeface="+mn-ea"/>
              </a:rPr>
              <a:t>抽奖互动</a:t>
            </a:r>
            <a:endParaRPr kumimoji="0" lang="zh-CN" altLang="en-US" sz="1000" b="0" i="0" u="none" strike="noStrike" kern="1200" cap="none" spc="0" normalizeH="0" baseline="0" noProof="0">
              <a:ln>
                <a:noFill/>
              </a:ln>
              <a:solidFill>
                <a:prstClr val="black"/>
              </a:solidFill>
              <a:effectLst/>
              <a:uLnTx/>
              <a:uFillTx/>
              <a:latin typeface="汉仪雅酷黑-55W" panose="020B0504020202020204" pitchFamily="34" charset="-122"/>
              <a:ea typeface="汉仪雅酷黑-55W" panose="020B0504020202020204" pitchFamily="34" charset="-122"/>
              <a:cs typeface="微软雅黑" panose="020B0503020204020204" charset="-122"/>
              <a:sym typeface="+mn-ea"/>
            </a:endParaRPr>
          </a:p>
        </p:txBody>
      </p:sp>
      <p:sp>
        <p:nvSpPr>
          <p:cNvPr id="78" name="矩形 77"/>
          <p:cNvSpPr/>
          <p:nvPr/>
        </p:nvSpPr>
        <p:spPr>
          <a:xfrm>
            <a:off x="1989385" y="3880864"/>
            <a:ext cx="3204580" cy="281518"/>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50" b="1">
                <a:solidFill>
                  <a:schemeClr val="bg1"/>
                </a:solidFill>
                <a:latin typeface="微软雅黑 Light" panose="020B0502040204020203" pitchFamily="34" charset="-122"/>
                <a:ea typeface="微软雅黑 Light" panose="020B0502040204020203" pitchFamily="34" charset="-122"/>
                <a:cs typeface="+mn-ea"/>
              </a:rPr>
              <a:t>古尔邦节</a:t>
            </a:r>
            <a:r>
              <a:rPr lang="en-US" altLang="zh-CN" sz="1050" b="1">
                <a:solidFill>
                  <a:schemeClr val="bg1"/>
                </a:solidFill>
                <a:latin typeface="微软雅黑 Light" panose="020B0502040204020203" pitchFamily="34" charset="-122"/>
                <a:ea typeface="微软雅黑 Light" panose="020B0502040204020203" pitchFamily="34" charset="-122"/>
                <a:cs typeface="+mn-ea"/>
              </a:rPr>
              <a:t>/</a:t>
            </a:r>
            <a:r>
              <a:rPr lang="zh-CN" altLang="en-US" sz="1050" b="1">
                <a:solidFill>
                  <a:schemeClr val="bg1"/>
                </a:solidFill>
                <a:latin typeface="微软雅黑 Light" panose="020B0502040204020203" pitchFamily="34" charset="-122"/>
                <a:ea typeface="微软雅黑 Light" panose="020B0502040204020203" pitchFamily="34" charset="-122"/>
                <a:cs typeface="+mn-ea"/>
              </a:rPr>
              <a:t>那达慕大会，民俗之旅</a:t>
            </a:r>
            <a:endParaRPr kumimoji="0" lang="zh-CN" altLang="en-US" sz="1050" b="1" i="0" u="none" strike="noStrike" kern="120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cs typeface="+mn-ea"/>
            </a:endParaRPr>
          </a:p>
        </p:txBody>
      </p:sp>
      <p:sp>
        <p:nvSpPr>
          <p:cNvPr id="79" name="矩形 78"/>
          <p:cNvSpPr/>
          <p:nvPr/>
        </p:nvSpPr>
        <p:spPr>
          <a:xfrm>
            <a:off x="1989385" y="4258608"/>
            <a:ext cx="3204579" cy="593587"/>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50" b="1">
                <a:solidFill>
                  <a:schemeClr val="bg1"/>
                </a:solidFill>
                <a:latin typeface="微软雅黑 Light" panose="020B0502040204020203" pitchFamily="34" charset="-122"/>
                <a:ea typeface="微软雅黑 Light" panose="020B0502040204020203" pitchFamily="34" charset="-122"/>
                <a:cs typeface="+mn-ea"/>
              </a:rPr>
              <a:t>「热爱加油站」车牌限定装</a:t>
            </a:r>
            <a:endParaRPr lang="en-US" altLang="zh-CN" sz="1050" b="1">
              <a:solidFill>
                <a:schemeClr val="bg1"/>
              </a:solidFill>
              <a:latin typeface="微软雅黑 Light" panose="020B0502040204020203" pitchFamily="34" charset="-122"/>
              <a:ea typeface="微软雅黑 Light" panose="020B0502040204020203" pitchFamily="34" charset="-122"/>
              <a:cs typeface="+mn-ea"/>
            </a:endParaRPr>
          </a:p>
          <a:p>
            <a:pPr marL="171450" indent="-171450">
              <a:lnSpc>
                <a:spcPct val="120000"/>
              </a:lnSpc>
              <a:buFont typeface="Arial" panose="020B0604020202090204" pitchFamily="34" charset="0"/>
              <a:buChar char="•"/>
            </a:pPr>
            <a:r>
              <a:rPr lang="en-US" altLang="zh-CN" sz="800">
                <a:solidFill>
                  <a:schemeClr val="bg1"/>
                </a:solidFill>
                <a:latin typeface="微软雅黑 Light" panose="020B0502040204020203" pitchFamily="34" charset="-122"/>
                <a:ea typeface="微软雅黑 Light" panose="020B0502040204020203" pitchFamily="34" charset="-122"/>
                <a:cs typeface="+mn-ea"/>
              </a:rPr>
              <a:t>66</a:t>
            </a:r>
            <a:r>
              <a:rPr lang="zh-CN" altLang="en-US" sz="800">
                <a:solidFill>
                  <a:schemeClr val="bg1"/>
                </a:solidFill>
                <a:latin typeface="微软雅黑 Light" panose="020B0502040204020203" pitchFamily="34" charset="-122"/>
                <a:ea typeface="微软雅黑 Light" panose="020B0502040204020203" pitchFamily="34" charset="-122"/>
                <a:cs typeface="+mn-ea"/>
              </a:rPr>
              <a:t>号公路合作，最美广告风景线</a:t>
            </a:r>
            <a:endParaRPr lang="en-US" altLang="zh-CN" sz="800">
              <a:solidFill>
                <a:schemeClr val="bg1"/>
              </a:solidFill>
              <a:latin typeface="微软雅黑 Light" panose="020B0502040204020203" pitchFamily="34" charset="-122"/>
              <a:ea typeface="微软雅黑 Light" panose="020B0502040204020203" pitchFamily="34" charset="-122"/>
              <a:cs typeface="+mn-ea"/>
            </a:endParaRPr>
          </a:p>
          <a:p>
            <a:pPr marL="171450" indent="-171450">
              <a:lnSpc>
                <a:spcPct val="120000"/>
              </a:lnSpc>
              <a:buFont typeface="Arial" panose="020B0604020202090204" pitchFamily="34" charset="0"/>
              <a:buChar char="•"/>
            </a:pPr>
            <a:r>
              <a:rPr lang="zh-CN" altLang="en-US" sz="800">
                <a:solidFill>
                  <a:schemeClr val="bg1"/>
                </a:solidFill>
                <a:latin typeface="微软雅黑 Light" panose="020B0502040204020203" pitchFamily="34" charset="-122"/>
                <a:ea typeface="微软雅黑 Light" panose="020B0502040204020203" pitchFamily="34" charset="-122"/>
                <a:cs typeface="+mn-ea"/>
              </a:rPr>
              <a:t>买雪糕，送车载</a:t>
            </a:r>
            <a:r>
              <a:rPr kumimoji="0" lang="zh-CN" altLang="en-US" sz="800" i="0" u="none" strike="noStrike" kern="120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cs typeface="+mn-ea"/>
              </a:rPr>
              <a:t>冰箱、社交分享赢好礼</a:t>
            </a:r>
            <a:endParaRPr kumimoji="0" lang="en-US" altLang="zh-CN" sz="800" i="0" u="none" strike="noStrike" kern="120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cs typeface="+mn-ea"/>
            </a:endParaRPr>
          </a:p>
        </p:txBody>
      </p:sp>
      <p:sp>
        <p:nvSpPr>
          <p:cNvPr id="80" name="矩形 79"/>
          <p:cNvSpPr/>
          <p:nvPr/>
        </p:nvSpPr>
        <p:spPr>
          <a:xfrm>
            <a:off x="1989384" y="4948421"/>
            <a:ext cx="3204581" cy="593587"/>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0" lang="zh-CN" altLang="en-US" sz="1050" b="1" i="0" u="none" strike="noStrike" kern="120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cs typeface="+mn-ea"/>
              </a:rPr>
              <a:t>“网红”文旅局</a:t>
            </a:r>
            <a:r>
              <a:rPr lang="zh-CN" altLang="en-US" sz="1050" b="1">
                <a:solidFill>
                  <a:schemeClr val="bg1"/>
                </a:solidFill>
                <a:latin typeface="微软雅黑 Light" panose="020B0502040204020203" pitchFamily="34" charset="-122"/>
                <a:ea typeface="微软雅黑 Light" panose="020B0502040204020203" pitchFamily="34" charset="-122"/>
                <a:cs typeface="+mn-ea"/>
              </a:rPr>
              <a:t>局长</a:t>
            </a:r>
            <a:r>
              <a:rPr lang="en-US" altLang="zh-CN" sz="1050" b="1">
                <a:solidFill>
                  <a:schemeClr val="bg1"/>
                </a:solidFill>
                <a:latin typeface="微软雅黑 Light" panose="020B0502040204020203" pitchFamily="34" charset="-122"/>
                <a:ea typeface="微软雅黑 Light" panose="020B0502040204020203" pitchFamily="34" charset="-122"/>
                <a:cs typeface="+mn-ea"/>
              </a:rPr>
              <a:t>PK</a:t>
            </a:r>
            <a:r>
              <a:rPr lang="zh-CN" altLang="en-US" sz="1050" b="1">
                <a:solidFill>
                  <a:schemeClr val="bg1"/>
                </a:solidFill>
                <a:latin typeface="微软雅黑 Light" panose="020B0502040204020203" pitchFamily="34" charset="-122"/>
                <a:ea typeface="微软雅黑 Light" panose="020B0502040204020203" pitchFamily="34" charset="-122"/>
                <a:cs typeface="+mn-ea"/>
              </a:rPr>
              <a:t>助力</a:t>
            </a:r>
            <a:endParaRPr lang="en-US" altLang="zh-CN" sz="1050" b="1">
              <a:solidFill>
                <a:schemeClr val="bg1"/>
              </a:solidFill>
              <a:latin typeface="微软雅黑 Light" panose="020B0502040204020203" pitchFamily="34" charset="-122"/>
              <a:ea typeface="微软雅黑 Light" panose="020B0502040204020203" pitchFamily="34" charset="-122"/>
              <a:cs typeface="+mn-ea"/>
            </a:endParaRPr>
          </a:p>
          <a:p>
            <a:pPr marL="171450" indent="-171450">
              <a:lnSpc>
                <a:spcPct val="120000"/>
              </a:lnSpc>
              <a:buFont typeface="Arial" panose="020B0604020202090204" pitchFamily="34" charset="0"/>
              <a:buChar char="•"/>
            </a:pPr>
            <a:r>
              <a:rPr lang="zh-CN" altLang="en-US" sz="800">
                <a:solidFill>
                  <a:schemeClr val="bg1"/>
                </a:solidFill>
                <a:latin typeface="微软雅黑 Light" panose="020B0502040204020203" pitchFamily="34" charset="-122"/>
                <a:ea typeface="微软雅黑 Light" panose="020B0502040204020203" pitchFamily="34" charset="-122"/>
                <a:cs typeface="+mn-ea"/>
              </a:rPr>
              <a:t>局长直播，参与</a:t>
            </a:r>
            <a:r>
              <a:rPr lang="en-US" altLang="zh-CN" sz="800">
                <a:solidFill>
                  <a:schemeClr val="bg1"/>
                </a:solidFill>
                <a:latin typeface="微软雅黑 Light" panose="020B0502040204020203" pitchFamily="34" charset="-122"/>
                <a:ea typeface="微软雅黑 Light" panose="020B0502040204020203" pitchFamily="34" charset="-122"/>
                <a:cs typeface="+mn-ea"/>
              </a:rPr>
              <a:t>#</a:t>
            </a:r>
            <a:r>
              <a:rPr lang="zh-CN" altLang="en-US" sz="800">
                <a:solidFill>
                  <a:schemeClr val="bg1"/>
                </a:solidFill>
                <a:latin typeface="微软雅黑 Light" panose="020B0502040204020203" pitchFamily="34" charset="-122"/>
                <a:ea typeface="微软雅黑 Light" panose="020B0502040204020203" pitchFamily="34" charset="-122"/>
                <a:cs typeface="+mn-ea"/>
              </a:rPr>
              <a:t>我为家乡加点油，赢旷野之旅</a:t>
            </a:r>
            <a:endParaRPr lang="en-US" altLang="zh-CN" sz="800">
              <a:solidFill>
                <a:schemeClr val="bg1"/>
              </a:solidFill>
              <a:latin typeface="微软雅黑 Light" panose="020B0502040204020203" pitchFamily="34" charset="-122"/>
              <a:ea typeface="微软雅黑 Light" panose="020B0502040204020203" pitchFamily="34" charset="-122"/>
              <a:cs typeface="+mn-ea"/>
            </a:endParaRPr>
          </a:p>
          <a:p>
            <a:pPr marL="171450" indent="-171450">
              <a:lnSpc>
                <a:spcPct val="120000"/>
              </a:lnSpc>
              <a:buFont typeface="Arial" panose="020B0604020202090204" pitchFamily="34" charset="0"/>
              <a:buChar char="•"/>
            </a:pPr>
            <a:r>
              <a:rPr lang="zh-CN" altLang="en-US" sz="800">
                <a:solidFill>
                  <a:schemeClr val="bg1"/>
                </a:solidFill>
                <a:latin typeface="微软雅黑 Light" panose="020B0502040204020203" pitchFamily="34" charset="-122"/>
                <a:ea typeface="微软雅黑 Light" panose="020B0502040204020203" pitchFamily="34" charset="-122"/>
                <a:cs typeface="+mn-ea"/>
              </a:rPr>
              <a:t>设置悬念话题，引发讨论关注</a:t>
            </a:r>
            <a:endParaRPr lang="en-US" altLang="zh-CN" sz="800">
              <a:solidFill>
                <a:schemeClr val="bg1"/>
              </a:solidFill>
              <a:latin typeface="微软雅黑 Light" panose="020B0502040204020203" pitchFamily="34" charset="-122"/>
              <a:ea typeface="微软雅黑 Light" panose="020B0502040204020203" pitchFamily="34" charset="-122"/>
              <a:cs typeface="+mn-ea"/>
            </a:endParaRPr>
          </a:p>
        </p:txBody>
      </p:sp>
      <p:sp>
        <p:nvSpPr>
          <p:cNvPr id="85" name="矩形 84"/>
          <p:cNvSpPr/>
          <p:nvPr/>
        </p:nvSpPr>
        <p:spPr>
          <a:xfrm>
            <a:off x="5386503" y="5139251"/>
            <a:ext cx="3214130" cy="400090"/>
          </a:xfrm>
          <a:prstGeom prst="rect">
            <a:avLst/>
          </a:prstGeom>
          <a:solidFill>
            <a:srgbClr val="9DC3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1050" b="1" i="0" u="none" strike="noStrike" kern="1200" cap="none" spc="0" normalizeH="0" baseline="0" noProof="0">
                <a:ln>
                  <a:noFill/>
                </a:ln>
                <a:solidFill>
                  <a:schemeClr val="tx1"/>
                </a:solidFill>
                <a:effectLst/>
                <a:uLnTx/>
                <a:uFillTx/>
                <a:latin typeface="微软雅黑 Light" panose="020B0502040204020203" pitchFamily="34" charset="-122"/>
                <a:ea typeface="微软雅黑 Light" panose="020B0502040204020203" pitchFamily="34" charset="-122"/>
                <a:cs typeface="+mn-ea"/>
              </a:rPr>
              <a:t>巨物装置，打卡旷野路牌</a:t>
            </a:r>
            <a:endParaRPr kumimoji="0" lang="en-US" altLang="zh-CN" sz="1050" b="1" i="0" u="none" strike="noStrike" kern="1200" cap="none" spc="0" normalizeH="0" baseline="0" noProof="0">
              <a:ln>
                <a:noFill/>
              </a:ln>
              <a:solidFill>
                <a:schemeClr val="tx1"/>
              </a:solidFill>
              <a:effectLst/>
              <a:uLnTx/>
              <a:uFillTx/>
              <a:latin typeface="微软雅黑 Light" panose="020B0502040204020203" pitchFamily="34" charset="-122"/>
              <a:ea typeface="微软雅黑 Light" panose="020B0502040204020203" pitchFamily="34" charset="-122"/>
              <a:cs typeface="+mn-ea"/>
            </a:endParaRPr>
          </a:p>
          <a:p>
            <a:pPr marL="171450" indent="-171450">
              <a:lnSpc>
                <a:spcPct val="120000"/>
              </a:lnSpc>
              <a:buFont typeface="Arial" panose="020B0604020202090204" pitchFamily="34" charset="0"/>
              <a:buChar char="•"/>
              <a:defRPr/>
            </a:pPr>
            <a:r>
              <a:rPr lang="en-US" altLang="zh-CN" sz="800">
                <a:solidFill>
                  <a:schemeClr val="tx1"/>
                </a:solidFill>
                <a:latin typeface="微软雅黑 Light" panose="020B0502040204020203" pitchFamily="34" charset="-122"/>
                <a:ea typeface="微软雅黑 Light" panose="020B0502040204020203" pitchFamily="34" charset="-122"/>
                <a:cs typeface="+mn-ea"/>
              </a:rPr>
              <a:t>#</a:t>
            </a:r>
            <a:r>
              <a:rPr lang="zh-CN" altLang="en-US" sz="800">
                <a:solidFill>
                  <a:schemeClr val="tx1"/>
                </a:solidFill>
                <a:latin typeface="微软雅黑 Light" panose="020B0502040204020203" pitchFamily="34" charset="-122"/>
                <a:ea typeface="微软雅黑 Light" panose="020B0502040204020203" pitchFamily="34" charset="-122"/>
                <a:cs typeface="+mn-ea"/>
              </a:rPr>
              <a:t>牧场的风如今吹到了阿勒泰</a:t>
            </a:r>
            <a:r>
              <a:rPr lang="en-US" altLang="zh-CN" sz="800">
                <a:solidFill>
                  <a:schemeClr val="tx1"/>
                </a:solidFill>
                <a:latin typeface="微软雅黑 Light" panose="020B0502040204020203" pitchFamily="34" charset="-122"/>
                <a:ea typeface="微软雅黑 Light" panose="020B0502040204020203" pitchFamily="34" charset="-122"/>
                <a:cs typeface="+mn-ea"/>
              </a:rPr>
              <a:t>#</a:t>
            </a:r>
          </a:p>
        </p:txBody>
      </p:sp>
      <p:sp>
        <p:nvSpPr>
          <p:cNvPr id="86" name="矩形 85"/>
          <p:cNvSpPr/>
          <p:nvPr/>
        </p:nvSpPr>
        <p:spPr>
          <a:xfrm>
            <a:off x="5386503" y="3880864"/>
            <a:ext cx="3186850" cy="400090"/>
          </a:xfrm>
          <a:prstGeom prst="rect">
            <a:avLst/>
          </a:prstGeom>
          <a:solidFill>
            <a:srgbClr val="9DC3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1050" b="1" i="0" u="none" strike="noStrike" kern="1200" cap="none" spc="0" normalizeH="0" baseline="0" noProof="0">
                <a:ln>
                  <a:noFill/>
                </a:ln>
                <a:solidFill>
                  <a:schemeClr val="tx1"/>
                </a:solidFill>
                <a:effectLst/>
                <a:uLnTx/>
                <a:uFillTx/>
                <a:latin typeface="微软雅黑 Light" panose="020B0502040204020203" pitchFamily="34" charset="-122"/>
                <a:ea typeface="微软雅黑 Light" panose="020B0502040204020203" pitchFamily="34" charset="-122"/>
                <a:cs typeface="+mn-ea"/>
              </a:rPr>
              <a:t>发布旷野出行攻略</a:t>
            </a:r>
            <a:endParaRPr kumimoji="0" lang="en-US" altLang="zh-CN" sz="1050" b="1" i="0" u="none" strike="noStrike" kern="1200" cap="none" spc="0" normalizeH="0" baseline="0" noProof="0">
              <a:ln>
                <a:noFill/>
              </a:ln>
              <a:solidFill>
                <a:schemeClr val="tx1"/>
              </a:solidFill>
              <a:effectLst/>
              <a:uLnTx/>
              <a:uFillTx/>
              <a:latin typeface="微软雅黑 Light" panose="020B0502040204020203" pitchFamily="34" charset="-122"/>
              <a:ea typeface="微软雅黑 Light" panose="020B0502040204020203" pitchFamily="34" charset="-122"/>
              <a:cs typeface="+mn-ea"/>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包装扫码，得宝藏出行图</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p:txBody>
      </p:sp>
      <p:sp>
        <p:nvSpPr>
          <p:cNvPr id="87" name="矩形 86"/>
          <p:cNvSpPr/>
          <p:nvPr/>
        </p:nvSpPr>
        <p:spPr>
          <a:xfrm>
            <a:off x="5386503" y="4367899"/>
            <a:ext cx="3214129" cy="684407"/>
          </a:xfrm>
          <a:prstGeom prst="rect">
            <a:avLst/>
          </a:prstGeom>
          <a:solidFill>
            <a:srgbClr val="9DC3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1050" b="1">
                <a:solidFill>
                  <a:schemeClr val="tx1"/>
                </a:solidFill>
                <a:latin typeface="微软雅黑 Light" panose="020B0502040204020203" pitchFamily="34" charset="-122"/>
                <a:ea typeface="微软雅黑 Light" panose="020B0502040204020203" pitchFamily="34" charset="-122"/>
                <a:cs typeface="+mn-ea"/>
              </a:rPr>
              <a:t>和你一起寻找我心中的旷野</a:t>
            </a:r>
            <a:endParaRPr lang="en-US" altLang="zh-CN" sz="1050" b="1">
              <a:solidFill>
                <a:schemeClr val="tx1"/>
              </a:solidFill>
              <a:latin typeface="微软雅黑 Light" panose="020B0502040204020203" pitchFamily="34" charset="-122"/>
              <a:ea typeface="微软雅黑 Light" panose="020B0502040204020203" pitchFamily="34" charset="-122"/>
              <a:cs typeface="+mn-ea"/>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小红书标记宝藏出行地，线下打卡，线上分享赢好礼</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联合宝藏小店，对暗号，赢定制产品、旷野之旅</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商超集袋打卡，联合小红书</a:t>
            </a:r>
            <a:r>
              <a:rPr lang="en-US" altLang="zh-CN" sz="800">
                <a:solidFill>
                  <a:schemeClr val="tx1"/>
                </a:solidFill>
                <a:latin typeface="微软雅黑 Light" panose="020B0502040204020203" pitchFamily="34" charset="-122"/>
                <a:ea typeface="微软雅黑 Light" panose="020B0502040204020203" pitchFamily="34" charset="-122"/>
                <a:cs typeface="+mn-ea"/>
              </a:rPr>
              <a:t>KOL</a:t>
            </a:r>
            <a:r>
              <a:rPr lang="zh-CN" altLang="en-US" sz="800">
                <a:solidFill>
                  <a:schemeClr val="tx1"/>
                </a:solidFill>
                <a:latin typeface="微软雅黑 Light" panose="020B0502040204020203" pitchFamily="34" charset="-122"/>
                <a:ea typeface="微软雅黑 Light" panose="020B0502040204020203" pitchFamily="34" charset="-122"/>
                <a:cs typeface="+mn-ea"/>
              </a:rPr>
              <a:t>探店</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p:txBody>
      </p:sp>
      <p:sp>
        <p:nvSpPr>
          <p:cNvPr id="88" name="矩形 87"/>
          <p:cNvSpPr/>
          <p:nvPr/>
        </p:nvSpPr>
        <p:spPr>
          <a:xfrm>
            <a:off x="1930401" y="3844080"/>
            <a:ext cx="3339765" cy="351128"/>
          </a:xfrm>
          <a:prstGeom prst="rect">
            <a:avLst/>
          </a:prstGeom>
          <a:noFill/>
          <a:ln>
            <a:solidFill>
              <a:schemeClr val="accent2"/>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微软雅黑" panose="020B0503020204020204" charset="-122"/>
              <a:cs typeface="+mn-cs"/>
            </a:endParaRPr>
          </a:p>
        </p:txBody>
      </p:sp>
      <p:sp>
        <p:nvSpPr>
          <p:cNvPr id="89" name="矩形 88"/>
          <p:cNvSpPr/>
          <p:nvPr/>
        </p:nvSpPr>
        <p:spPr>
          <a:xfrm>
            <a:off x="8765089" y="3880863"/>
            <a:ext cx="3201345" cy="400091"/>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ct val="0"/>
              </a:spcBef>
              <a:spcAft>
                <a:spcPct val="0"/>
              </a:spcAft>
              <a:buClrTx/>
              <a:buSzTx/>
              <a:buFontTx/>
              <a:buNone/>
              <a:defRPr/>
            </a:pPr>
            <a:r>
              <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a:t>
            </a:r>
            <a:r>
              <a:rPr kumimoji="1" lang="zh-CN" altLang="en-US"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我心中的旷野</a:t>
            </a:r>
            <a:r>
              <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a:t>
            </a:r>
            <a:r>
              <a:rPr kumimoji="1" lang="zh-CN" altLang="en-US"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区域版视频故事</a:t>
            </a:r>
            <a:endPar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伊利牧场</a:t>
            </a:r>
            <a:r>
              <a:rPr lang="en-US" altLang="zh-CN" sz="800">
                <a:solidFill>
                  <a:schemeClr val="tx1"/>
                </a:solidFill>
                <a:latin typeface="微软雅黑 Light" panose="020B0502040204020203" pitchFamily="34" charset="-122"/>
                <a:ea typeface="微软雅黑 Light" panose="020B0502040204020203" pitchFamily="34" charset="-122"/>
                <a:cs typeface="+mn-ea"/>
              </a:rPr>
              <a:t>&amp;</a:t>
            </a:r>
            <a:r>
              <a:rPr lang="zh-CN" altLang="en-US" sz="800">
                <a:solidFill>
                  <a:schemeClr val="tx1"/>
                </a:solidFill>
                <a:latin typeface="微软雅黑 Light" panose="020B0502040204020203" pitchFamily="34" charset="-122"/>
                <a:ea typeface="微软雅黑 Light" panose="020B0502040204020203" pitchFamily="34" charset="-122"/>
                <a:cs typeface="+mn-ea"/>
              </a:rPr>
              <a:t>地方台，各地方官号抖音联动</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p:txBody>
      </p:sp>
      <p:sp>
        <p:nvSpPr>
          <p:cNvPr id="92" name="矩形 91"/>
          <p:cNvSpPr/>
          <p:nvPr/>
        </p:nvSpPr>
        <p:spPr>
          <a:xfrm>
            <a:off x="8759364" y="4367899"/>
            <a:ext cx="3207071" cy="487035"/>
          </a:xfrm>
          <a:prstGeom prst="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ct val="0"/>
              </a:spcBef>
              <a:spcAft>
                <a:spcPct val="0"/>
              </a:spcAft>
              <a:buClrTx/>
              <a:buSzTx/>
              <a:buFontTx/>
              <a:buNone/>
              <a:defRPr/>
            </a:pPr>
            <a:r>
              <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a:t>
            </a:r>
            <a:r>
              <a:rPr kumimoji="1" lang="zh-CN" altLang="en-US"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我心中的旷野故事</a:t>
            </a:r>
            <a:r>
              <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a:t>
            </a:r>
            <a:r>
              <a:rPr kumimoji="1" lang="zh-CN" altLang="en-US"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 </a:t>
            </a:r>
            <a:endParaRPr kumimoji="1" lang="en-US" altLang="zh-CN" sz="1050" b="1" u="none" strike="noStrike" kern="1200" cap="none" spc="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endParaRPr>
          </a:p>
          <a:p>
            <a:pPr marL="171450" marR="0" lvl="0" indent="-171450" defTabSz="914400" rtl="0" eaLnBrk="1" fontAlgn="auto" latinLnBrk="0" hangingPunct="1">
              <a:lnSpc>
                <a:spcPct val="120000"/>
              </a:lnSpc>
              <a:spcBef>
                <a:spcPct val="0"/>
              </a:spcBef>
              <a:spcAft>
                <a:spcPct val="0"/>
              </a:spcAft>
              <a:buClrTx/>
              <a:buSzTx/>
              <a:buFont typeface="Arial" panose="020B0604020202090204" pitchFamily="34" charset="0"/>
              <a:buChar char="•"/>
              <a:defRPr/>
            </a:pPr>
            <a:r>
              <a:rPr lang="zh-CN" altLang="en-US" sz="800">
                <a:solidFill>
                  <a:schemeClr val="tx1"/>
                </a:solidFill>
                <a:latin typeface="微软雅黑 Light" panose="020B0502040204020203" pitchFamily="34" charset="-122"/>
                <a:ea typeface="微软雅黑 Light" panose="020B0502040204020203" pitchFamily="34" charset="-122"/>
                <a:cs typeface="+mn-ea"/>
              </a:rPr>
              <a:t>购买车牌限定装，在小红书平台参与话题讨论，赢限定产品周边好礼</a:t>
            </a:r>
            <a:endParaRPr lang="en-US" altLang="zh-CN" sz="800">
              <a:solidFill>
                <a:schemeClr val="tx1"/>
              </a:solidFill>
              <a:latin typeface="微软雅黑 Light" panose="020B0502040204020203" pitchFamily="34" charset="-122"/>
              <a:ea typeface="微软雅黑 Light" panose="020B0502040204020203" pitchFamily="34" charset="-122"/>
              <a:cs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图片包含 草, 人, 跳舞, 运动&#10;&#10;描述已自动生成"/>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 y="0"/>
            <a:ext cx="12192001" cy="6858000"/>
          </a:xfrm>
          <a:prstGeom prst="rect">
            <a:avLst/>
          </a:prstGeom>
        </p:spPr>
      </p:pic>
      <p:sp>
        <p:nvSpPr>
          <p:cNvPr id="18" name="矩形 17"/>
          <p:cNvSpPr/>
          <p:nvPr/>
        </p:nvSpPr>
        <p:spPr>
          <a:xfrm flipH="1">
            <a:off x="-16044" y="-30965"/>
            <a:ext cx="12213533" cy="6888965"/>
          </a:xfrm>
          <a:prstGeom prst="rect">
            <a:avLst/>
          </a:prstGeom>
          <a:gradFill>
            <a:gsLst>
              <a:gs pos="48000">
                <a:schemeClr val="tx1">
                  <a:alpha val="2500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19" name="矩形 18"/>
          <p:cNvSpPr/>
          <p:nvPr/>
        </p:nvSpPr>
        <p:spPr>
          <a:xfrm>
            <a:off x="0" y="0"/>
            <a:ext cx="12213533" cy="6888965"/>
          </a:xfrm>
          <a:prstGeom prst="rect">
            <a:avLst/>
          </a:prstGeom>
          <a:gradFill>
            <a:gsLst>
              <a:gs pos="48000">
                <a:schemeClr val="tx1">
                  <a:alpha val="2500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20" name="内容占位符 4"/>
          <p:cNvSpPr txBox="1"/>
          <p:nvPr/>
        </p:nvSpPr>
        <p:spPr>
          <a:xfrm>
            <a:off x="685165" y="1844219"/>
            <a:ext cx="9811385" cy="337638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C10001"/>
                </a:solidFill>
              </a14:hiddenFill>
            </a:ext>
          </a:extLst>
        </p:spPr>
        <p:txBody>
          <a:bodyPr>
            <a:normAutofit fontScale="975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0000"/>
              </a:lnSpc>
              <a:buFont typeface="Arial" panose="020B0604020202090204" pitchFamily="34" charset="0"/>
              <a:buNone/>
            </a:pPr>
            <a:r>
              <a:rPr lang="zh-CN" altLang="en-US" sz="18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伊利牧场与热门城市文旅局联手</a:t>
            </a:r>
          </a:p>
          <a:p>
            <a:pPr marL="0" indent="0">
              <a:lnSpc>
                <a:spcPct val="130000"/>
              </a:lnSpc>
              <a:buFont typeface="Arial" panose="020B0604020202090204" pitchFamily="34" charset="0"/>
              <a:buNone/>
            </a:pPr>
            <a:r>
              <a:rPr lang="zh-CN" altLang="en-US" sz="32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sym typeface="+mn-ea"/>
              </a:rPr>
              <a:t>嫁接文旅资源、落地</a:t>
            </a:r>
            <a:r>
              <a:rPr lang="zh-CN" altLang="en-US" sz="3200" b="1">
                <a:solidFill>
                  <a:srgbClr val="00B0F0"/>
                </a:solidFill>
                <a:effectLst>
                  <a:outerShdw blurRad="38100" dist="38100" dir="2700000" algn="tl">
                    <a:srgbClr val="000000">
                      <a:alpha val="43137"/>
                    </a:srgbClr>
                  </a:outerShdw>
                </a:effectLst>
                <a:latin typeface="汉仪雅酷黑-55W" panose="020B0504020202020204"/>
                <a:ea typeface="汉仪雅酷黑-55W" panose="020B0504020202020204"/>
              </a:rPr>
              <a:t>「全民奔向旷野计划」</a:t>
            </a:r>
            <a:endParaRPr lang="zh-CN" altLang="en-US" sz="1800" b="1">
              <a:solidFill>
                <a:srgbClr val="00B0F0"/>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nSpc>
                <a:spcPct val="130000"/>
              </a:lnSpc>
            </a:pPr>
            <a:endParaRPr lang="en-US" altLang="zh-CN"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nSpc>
                <a:spcPct val="130000"/>
              </a:lnSpc>
            </a:pPr>
            <a:endParaRPr lang="en-US" altLang="zh-CN"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marL="0" indent="0">
              <a:lnSpc>
                <a:spcPct val="130000"/>
              </a:lnSpc>
              <a:buNone/>
            </a:pPr>
            <a:endParaRPr lang="en-US" altLang="zh-CN"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nSpc>
                <a:spcPct val="130000"/>
              </a:lnSpc>
            </a:pPr>
            <a:endParaRPr lang="en-US" altLang="zh-CN"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nSpc>
                <a:spcPct val="130000"/>
              </a:lnSpc>
            </a:pPr>
            <a:endParaRPr lang="en-US" altLang="zh-CN"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nSpc>
                <a:spcPct val="130000"/>
              </a:lnSpc>
            </a:pPr>
            <a:endParaRPr lang="zh-CN" altLang="en-US" sz="1800" b="1">
              <a:solidFill>
                <a:srgbClr val="9DC3E6"/>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marL="0" indent="0">
              <a:lnSpc>
                <a:spcPct val="130000"/>
              </a:lnSpc>
              <a:buFont typeface="Arial" panose="020B0604020202090204" pitchFamily="34" charset="0"/>
              <a:buNone/>
            </a:pPr>
            <a:endParaRPr lang="en-US" altLang="zh-CN" sz="18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marL="0" indent="0">
              <a:lnSpc>
                <a:spcPct val="130000"/>
              </a:lnSpc>
              <a:buFont typeface="Arial" panose="020B0604020202090204" pitchFamily="34" charset="0"/>
              <a:buNone/>
            </a:pPr>
            <a:endParaRPr lang="zh-CN" altLang="en-US" sz="18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endParaRPr>
          </a:p>
        </p:txBody>
      </p:sp>
      <p:sp>
        <p:nvSpPr>
          <p:cNvPr id="3" name="文本框 2"/>
          <p:cNvSpPr txBox="1"/>
          <p:nvPr/>
        </p:nvSpPr>
        <p:spPr>
          <a:xfrm>
            <a:off x="5915586" y="3119460"/>
            <a:ext cx="3867443" cy="1239635"/>
          </a:xfrm>
          <a:prstGeom prst="rect">
            <a:avLst/>
          </a:prstGeom>
          <a:noFill/>
        </p:spPr>
        <p:txBody>
          <a:bodyPr wrap="square">
            <a:spAutoFit/>
          </a:bodyPr>
          <a:lstStyle/>
          <a:p>
            <a:pPr algn="ctr">
              <a:lnSpc>
                <a:spcPct val="130000"/>
              </a:lnSpc>
            </a:pPr>
            <a:r>
              <a:rPr lang="en-US" altLang="zh-CN" sz="2800">
                <a:solidFill>
                  <a:schemeClr val="bg1"/>
                </a:solidFill>
                <a:effectLst>
                  <a:outerShdw blurRad="38100" dist="38100" dir="2700000" algn="tl">
                    <a:srgbClr val="000000">
                      <a:alpha val="43137"/>
                    </a:srgbClr>
                  </a:outerShdw>
                </a:effectLst>
                <a:ea typeface="汉仪雅酷黑-55W" panose="020B0504020202020204"/>
              </a:rPr>
              <a:t>—</a:t>
            </a:r>
            <a:r>
              <a:rPr lang="zh-CN" altLang="en-US" sz="2800">
                <a:solidFill>
                  <a:schemeClr val="bg1"/>
                </a:solidFill>
                <a:effectLst>
                  <a:outerShdw blurRad="38100" dist="38100" dir="2700000" algn="tl">
                    <a:srgbClr val="000000">
                      <a:alpha val="43137"/>
                    </a:srgbClr>
                  </a:outerShdw>
                </a:effectLst>
                <a:ea typeface="汉仪雅酷黑-55W" panose="020B0504020202020204"/>
              </a:rPr>
              <a:t>伊利牧场</a:t>
            </a:r>
            <a:r>
              <a:rPr lang="en-US" altLang="zh-CN" sz="2800">
                <a:solidFill>
                  <a:schemeClr val="bg1"/>
                </a:solidFill>
                <a:effectLst>
                  <a:outerShdw blurRad="38100" dist="38100" dir="2700000" algn="tl">
                    <a:srgbClr val="000000">
                      <a:alpha val="43137"/>
                    </a:srgbClr>
                  </a:outerShdw>
                </a:effectLst>
                <a:ea typeface="汉仪雅酷黑-55W" panose="020B0504020202020204"/>
              </a:rPr>
              <a:t>×</a:t>
            </a:r>
            <a:r>
              <a:rPr lang="zh-CN" altLang="en-US" sz="2800">
                <a:solidFill>
                  <a:schemeClr val="bg1"/>
                </a:solidFill>
                <a:effectLst>
                  <a:outerShdw blurRad="38100" dist="38100" dir="2700000" algn="tl">
                    <a:srgbClr val="000000">
                      <a:alpha val="43137"/>
                    </a:srgbClr>
                  </a:outerShdw>
                </a:effectLst>
                <a:ea typeface="汉仪雅酷黑-55W" panose="020B0504020202020204"/>
              </a:rPr>
              <a:t>内蒙古</a:t>
            </a:r>
            <a:r>
              <a:rPr lang="en-US" altLang="zh-CN" sz="2800">
                <a:solidFill>
                  <a:schemeClr val="bg1"/>
                </a:solidFill>
                <a:effectLst>
                  <a:outerShdw blurRad="38100" dist="38100" dir="2700000" algn="tl">
                    <a:srgbClr val="000000">
                      <a:alpha val="43137"/>
                    </a:srgbClr>
                  </a:outerShdw>
                </a:effectLst>
                <a:ea typeface="汉仪雅酷黑-55W" panose="020B0504020202020204"/>
              </a:rPr>
              <a:t>—</a:t>
            </a:r>
          </a:p>
          <a:p>
            <a:pPr algn="ctr">
              <a:lnSpc>
                <a:spcPct val="130000"/>
              </a:lnSpc>
            </a:pPr>
            <a:r>
              <a:rPr lang="zh-CN" altLang="en-US" sz="3200" b="1">
                <a:solidFill>
                  <a:srgbClr val="00B0F0"/>
                </a:solidFill>
                <a:effectLst>
                  <a:outerShdw blurRad="38100" dist="38100" dir="2700000" algn="tl">
                    <a:srgbClr val="000000">
                      <a:alpha val="43137"/>
                    </a:srgbClr>
                  </a:outerShdw>
                </a:effectLst>
                <a:ea typeface="汉仪雅酷黑-55W" panose="020B0504020202020204"/>
              </a:rPr>
              <a:t>那达慕大会</a:t>
            </a:r>
          </a:p>
        </p:txBody>
      </p:sp>
      <p:sp>
        <p:nvSpPr>
          <p:cNvPr id="6" name="文本框 5"/>
          <p:cNvSpPr txBox="1"/>
          <p:nvPr/>
        </p:nvSpPr>
        <p:spPr>
          <a:xfrm>
            <a:off x="572795" y="3119460"/>
            <a:ext cx="3967674" cy="1230273"/>
          </a:xfrm>
          <a:prstGeom prst="rect">
            <a:avLst/>
          </a:prstGeom>
          <a:noFill/>
        </p:spPr>
        <p:txBody>
          <a:bodyPr wrap="square">
            <a:spAutoFit/>
          </a:bodyPr>
          <a:lstStyle/>
          <a:p>
            <a:pPr algn="ctr">
              <a:lnSpc>
                <a:spcPct val="130000"/>
              </a:lnSpc>
            </a:pPr>
            <a:r>
              <a:rPr lang="en-US" altLang="zh-CN"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a:t>
            </a:r>
            <a:r>
              <a:rPr lang="zh-CN" altLang="en-US"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伊利牧场</a:t>
            </a:r>
            <a:r>
              <a:rPr lang="en-US" altLang="zh-CN"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a:t>
            </a:r>
            <a:r>
              <a:rPr lang="zh-CN" altLang="en-US"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阿勒泰</a:t>
            </a:r>
            <a:r>
              <a:rPr lang="en-US" altLang="zh-CN"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a:t>
            </a:r>
            <a:r>
              <a:rPr lang="zh-CN" altLang="en-US"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  </a:t>
            </a:r>
            <a:endParaRPr lang="en-US" altLang="zh-CN" sz="2800">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algn="ctr">
              <a:lnSpc>
                <a:spcPct val="130000"/>
              </a:lnSpc>
            </a:pPr>
            <a:r>
              <a:rPr lang="zh-CN" altLang="en-US" sz="3200" b="1">
                <a:solidFill>
                  <a:srgbClr val="00B0F0"/>
                </a:solidFill>
                <a:effectLst>
                  <a:outerShdw blurRad="38100" dist="38100" dir="2700000" algn="tl">
                    <a:srgbClr val="000000">
                      <a:alpha val="43137"/>
                    </a:srgbClr>
                  </a:outerShdw>
                </a:effectLst>
                <a:latin typeface="汉仪雅酷黑-55W" panose="020B0504020202020204"/>
                <a:ea typeface="汉仪雅酷黑-55W" panose="020B0504020202020204"/>
              </a:rPr>
              <a:t>古尔邦节</a:t>
            </a:r>
            <a:endParaRPr lang="en-US" altLang="zh-CN" sz="3200" b="1">
              <a:solidFill>
                <a:srgbClr val="00B0F0"/>
              </a:solidFill>
              <a:effectLst>
                <a:outerShdw blurRad="38100" dist="38100" dir="2700000" algn="tl">
                  <a:srgbClr val="000000">
                    <a:alpha val="43137"/>
                  </a:srgbClr>
                </a:outerShdw>
              </a:effectLst>
              <a:latin typeface="汉仪雅酷黑-55W" panose="020B0504020202020204"/>
              <a:ea typeface="汉仪雅酷黑-55W" panose="020B0504020202020204"/>
            </a:endParaRPr>
          </a:p>
        </p:txBody>
      </p:sp>
      <p:sp>
        <p:nvSpPr>
          <p:cNvPr id="14" name="文本框 13"/>
          <p:cNvSpPr txBox="1"/>
          <p:nvPr/>
        </p:nvSpPr>
        <p:spPr>
          <a:xfrm>
            <a:off x="809786" y="5536438"/>
            <a:ext cx="10922902" cy="813556"/>
          </a:xfrm>
          <a:prstGeom prst="rect">
            <a:avLst/>
          </a:prstGeom>
          <a:noFill/>
        </p:spPr>
        <p:txBody>
          <a:bodyPr wrap="square">
            <a:spAutoFit/>
          </a:bodyPr>
          <a:lstStyle/>
          <a:p>
            <a:pPr marL="0" indent="0">
              <a:lnSpc>
                <a:spcPct val="130000"/>
              </a:lnSpc>
              <a:buFont typeface="Arial" panose="020B0604020202090204" pitchFamily="34" charset="0"/>
              <a:buNone/>
            </a:pPr>
            <a:r>
              <a:rPr lang="zh-CN" altLang="en-US">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伊利牧场向全国人民发去热情邀约，一起去赶赴夏日的旷野盛会</a:t>
            </a:r>
            <a:r>
              <a:rPr lang="zh-CN" altLang="en-US"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a:t>
            </a:r>
            <a:endParaRPr lang="en-US" altLang="zh-CN"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endParaRPr>
          </a:p>
          <a:p>
            <a:pPr marL="0" indent="0">
              <a:lnSpc>
                <a:spcPct val="130000"/>
              </a:lnSpc>
              <a:buFont typeface="Arial" panose="020B0604020202090204" pitchFamily="34" charset="0"/>
              <a:buNone/>
            </a:pPr>
            <a:r>
              <a:rPr lang="zh-CN" altLang="en-US" sz="20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rPr>
              <a:t>在大自然的风俗民情里感受生活的魅力、感受大自然的恩赐、释放自己的热爱</a:t>
            </a:r>
            <a:endParaRPr lang="en-US" altLang="zh-CN" sz="2000" b="1">
              <a:solidFill>
                <a:schemeClr val="bg1"/>
              </a:solidFill>
              <a:effectLst>
                <a:outerShdw blurRad="38100" dist="38100" dir="2700000" algn="tl">
                  <a:srgbClr val="000000">
                    <a:alpha val="43137"/>
                  </a:srgbClr>
                </a:outerShdw>
              </a:effectLst>
              <a:latin typeface="汉仪雅酷黑-55W" panose="020B0504020202020204"/>
              <a:ea typeface="汉仪雅酷黑-55W" panose="020B0504020202020204"/>
            </a:endParaRPr>
          </a:p>
        </p:txBody>
      </p:sp>
      <p:grpSp>
        <p:nvGrpSpPr>
          <p:cNvPr id="5" name="组合 4"/>
          <p:cNvGrpSpPr/>
          <p:nvPr/>
        </p:nvGrpSpPr>
        <p:grpSpPr>
          <a:xfrm>
            <a:off x="909009" y="4543228"/>
            <a:ext cx="2839225" cy="763651"/>
            <a:chOff x="909009" y="4543228"/>
            <a:chExt cx="2839225" cy="763651"/>
          </a:xfrm>
        </p:grpSpPr>
        <p:pic>
          <p:nvPicPr>
            <p:cNvPr id="10" name="图片 9"/>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289577" y="4545452"/>
              <a:ext cx="1218010" cy="761427"/>
            </a:xfrm>
            <a:prstGeom prst="rect">
              <a:avLst/>
            </a:prstGeom>
          </p:spPr>
        </p:pic>
        <p:pic>
          <p:nvPicPr>
            <p:cNvPr id="12" name="图片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50234" y="4543228"/>
              <a:ext cx="1098000" cy="761427"/>
            </a:xfrm>
            <a:prstGeom prst="rect">
              <a:avLst/>
            </a:prstGeom>
          </p:spPr>
        </p:pic>
        <p:sp>
          <p:nvSpPr>
            <p:cNvPr id="15" name="矩形 14"/>
            <p:cNvSpPr/>
            <p:nvPr/>
          </p:nvSpPr>
          <p:spPr>
            <a:xfrm>
              <a:off x="909009" y="4543228"/>
              <a:ext cx="193909" cy="761427"/>
            </a:xfrm>
            <a:prstGeom prst="rect">
              <a:avLst/>
            </a:prstGeom>
            <a:solidFill>
              <a:srgbClr val="86B4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6340540" y="4543228"/>
            <a:ext cx="2995675" cy="769312"/>
            <a:chOff x="6340540" y="4599572"/>
            <a:chExt cx="2995675" cy="769312"/>
          </a:xfrm>
        </p:grpSpPr>
        <p:sp>
          <p:nvSpPr>
            <p:cNvPr id="16" name="矩形 15"/>
            <p:cNvSpPr/>
            <p:nvPr/>
          </p:nvSpPr>
          <p:spPr>
            <a:xfrm>
              <a:off x="6340540" y="4599572"/>
              <a:ext cx="193909" cy="761427"/>
            </a:xfrm>
            <a:prstGeom prst="rect">
              <a:avLst/>
            </a:prstGeom>
            <a:solidFill>
              <a:srgbClr val="86B4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24116" y="4607457"/>
              <a:ext cx="1254234" cy="761427"/>
            </a:xfrm>
            <a:prstGeom prst="rect">
              <a:avLst/>
            </a:prstGeom>
          </p:spPr>
        </p:pic>
        <p:pic>
          <p:nvPicPr>
            <p:cNvPr id="28" name="图片 2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128785" y="4607457"/>
              <a:ext cx="1207430" cy="753542"/>
            </a:xfrm>
            <a:prstGeom prst="rect">
              <a:avLst/>
            </a:prstGeom>
          </p:spPr>
        </p:pic>
      </p:grpSp>
      <p:grpSp>
        <p:nvGrpSpPr>
          <p:cNvPr id="11" name="组合 10"/>
          <p:cNvGrpSpPr/>
          <p:nvPr/>
        </p:nvGrpSpPr>
        <p:grpSpPr>
          <a:xfrm flipH="1">
            <a:off x="907766" y="3771666"/>
            <a:ext cx="563293" cy="563293"/>
            <a:chOff x="2676825" y="1441074"/>
            <a:chExt cx="1900437" cy="1900436"/>
          </a:xfrm>
        </p:grpSpPr>
        <p:sp>
          <p:nvSpPr>
            <p:cNvPr id="8" name="弧形 7"/>
            <p:cNvSpPr/>
            <p:nvPr/>
          </p:nvSpPr>
          <p:spPr>
            <a:xfrm>
              <a:off x="2676825" y="1441074"/>
              <a:ext cx="1900437" cy="1900436"/>
            </a:xfrm>
            <a:prstGeom prst="arc">
              <a:avLst>
                <a:gd name="adj1" fmla="val 2318537"/>
                <a:gd name="adj2" fmla="val 18847718"/>
              </a:avLst>
            </a:prstGeom>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effectLst/>
                <a:uLnTx/>
                <a:uFillTx/>
                <a:latin typeface="等线" panose="02010600030101010101" pitchFamily="2" charset="-122"/>
                <a:ea typeface="等线" panose="02010600030101010101" pitchFamily="2" charset="-122"/>
                <a:cs typeface="+mn-cs"/>
              </a:endParaRPr>
            </a:p>
          </p:txBody>
        </p:sp>
        <p:sp>
          <p:nvSpPr>
            <p:cNvPr id="9" name="椭圆 8"/>
            <p:cNvSpPr/>
            <p:nvPr/>
          </p:nvSpPr>
          <p:spPr>
            <a:xfrm flipH="1">
              <a:off x="4237861" y="1691010"/>
              <a:ext cx="159257" cy="15925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ct val="0"/>
                </a:spcBef>
                <a:spcAft>
                  <a:spcPct val="0"/>
                </a:spcAft>
                <a:buClrTx/>
                <a:buSzTx/>
                <a:buFontTx/>
                <a:buNone/>
                <a:defRPr/>
              </a:pPr>
              <a:endParaRPr kumimoji="0" lang="zh-CN" altLang="en-US" sz="1100" b="0" i="0" u="none" strike="noStrike" kern="1200" cap="none" spc="0" normalizeH="0" baseline="0" noProof="0">
                <a:ln>
                  <a:noFill/>
                </a:ln>
                <a:solidFill>
                  <a:schemeClr val="tx1"/>
                </a:solidFill>
                <a:effectLst/>
                <a:uLnTx/>
                <a:uFillTx/>
                <a:latin typeface="Calibri" panose="020F0702030404030204"/>
                <a:ea typeface="宋体" panose="02010600030101010101" pitchFamily="2" charset="-122"/>
                <a:cs typeface="+mn-cs"/>
              </a:endParaRPr>
            </a:p>
          </p:txBody>
        </p:sp>
      </p:grpSp>
      <p:sp>
        <p:nvSpPr>
          <p:cNvPr id="13" name="文本框 12"/>
          <p:cNvSpPr txBox="1"/>
          <p:nvPr/>
        </p:nvSpPr>
        <p:spPr>
          <a:xfrm>
            <a:off x="938249" y="3697039"/>
            <a:ext cx="495234" cy="608372"/>
          </a:xfrm>
          <a:prstGeom prst="rect">
            <a:avLst/>
          </a:prstGeom>
          <a:noFill/>
        </p:spPr>
        <p:txBody>
          <a:bodyPr wrap="square">
            <a:spAutoFit/>
          </a:bodyPr>
          <a:lstStyle/>
          <a:p>
            <a:pPr algn="ctr">
              <a:lnSpc>
                <a:spcPct val="130000"/>
              </a:lnSpc>
            </a:pPr>
            <a:r>
              <a:rPr lang="en-US" altLang="zh-CN" sz="2800">
                <a:solidFill>
                  <a:schemeClr val="bg1"/>
                </a:solidFill>
                <a:effectLst>
                  <a:outerShdw blurRad="38100" dist="38100" dir="2700000" algn="tl">
                    <a:srgbClr val="000000">
                      <a:alpha val="43137"/>
                    </a:srgbClr>
                  </a:outerShdw>
                </a:effectLst>
                <a:ea typeface="汉仪雅酷黑-55W" panose="020B0504020202020204"/>
              </a:rPr>
              <a:t>1</a:t>
            </a:r>
            <a:endParaRPr lang="zh-CN" altLang="en-US" sz="3200" b="1">
              <a:solidFill>
                <a:srgbClr val="00B0F0"/>
              </a:solidFill>
              <a:effectLst>
                <a:outerShdw blurRad="38100" dist="38100" dir="2700000" algn="tl">
                  <a:srgbClr val="000000">
                    <a:alpha val="43137"/>
                  </a:srgbClr>
                </a:outerShdw>
              </a:effectLst>
              <a:ea typeface="汉仪雅酷黑-55W" panose="020B0504020202020204"/>
            </a:endParaRPr>
          </a:p>
        </p:txBody>
      </p:sp>
      <p:grpSp>
        <p:nvGrpSpPr>
          <p:cNvPr id="21" name="组合 20"/>
          <p:cNvGrpSpPr/>
          <p:nvPr/>
        </p:nvGrpSpPr>
        <p:grpSpPr>
          <a:xfrm flipH="1">
            <a:off x="6077227" y="3771666"/>
            <a:ext cx="563293" cy="563293"/>
            <a:chOff x="2676825" y="1441074"/>
            <a:chExt cx="1900437" cy="1900436"/>
          </a:xfrm>
        </p:grpSpPr>
        <p:sp>
          <p:nvSpPr>
            <p:cNvPr id="23" name="弧形 22"/>
            <p:cNvSpPr/>
            <p:nvPr/>
          </p:nvSpPr>
          <p:spPr>
            <a:xfrm>
              <a:off x="2676825" y="1441074"/>
              <a:ext cx="1900437" cy="1900436"/>
            </a:xfrm>
            <a:prstGeom prst="arc">
              <a:avLst>
                <a:gd name="adj1" fmla="val 2318537"/>
                <a:gd name="adj2" fmla="val 18847718"/>
              </a:avLst>
            </a:prstGeom>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effectLst/>
                <a:uLnTx/>
                <a:uFillTx/>
                <a:latin typeface="等线" panose="02010600030101010101" pitchFamily="2" charset="-122"/>
                <a:ea typeface="等线" panose="02010600030101010101" pitchFamily="2" charset="-122"/>
                <a:cs typeface="+mn-cs"/>
              </a:endParaRPr>
            </a:p>
          </p:txBody>
        </p:sp>
        <p:sp>
          <p:nvSpPr>
            <p:cNvPr id="24" name="椭圆 23"/>
            <p:cNvSpPr/>
            <p:nvPr/>
          </p:nvSpPr>
          <p:spPr>
            <a:xfrm flipH="1">
              <a:off x="4237861" y="1691010"/>
              <a:ext cx="159257" cy="15925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ct val="0"/>
                </a:spcBef>
                <a:spcAft>
                  <a:spcPct val="0"/>
                </a:spcAft>
                <a:buClrTx/>
                <a:buSzTx/>
                <a:buFontTx/>
                <a:buNone/>
                <a:defRPr/>
              </a:pPr>
              <a:endParaRPr kumimoji="0" lang="zh-CN" altLang="en-US" sz="1100" b="0" i="0" u="none" strike="noStrike" kern="1200" cap="none" spc="0" normalizeH="0" baseline="0" noProof="0">
                <a:ln>
                  <a:noFill/>
                </a:ln>
                <a:solidFill>
                  <a:schemeClr val="tx1"/>
                </a:solidFill>
                <a:effectLst/>
                <a:uLnTx/>
                <a:uFillTx/>
                <a:latin typeface="Calibri" panose="020F0702030404030204"/>
                <a:ea typeface="宋体" panose="02010600030101010101" pitchFamily="2" charset="-122"/>
                <a:cs typeface="+mn-cs"/>
              </a:endParaRPr>
            </a:p>
          </p:txBody>
        </p:sp>
      </p:grpSp>
      <p:sp>
        <p:nvSpPr>
          <p:cNvPr id="25" name="文本框 24"/>
          <p:cNvSpPr txBox="1"/>
          <p:nvPr/>
        </p:nvSpPr>
        <p:spPr>
          <a:xfrm>
            <a:off x="6107710" y="3697039"/>
            <a:ext cx="495234" cy="608372"/>
          </a:xfrm>
          <a:prstGeom prst="rect">
            <a:avLst/>
          </a:prstGeom>
          <a:noFill/>
        </p:spPr>
        <p:txBody>
          <a:bodyPr wrap="square">
            <a:spAutoFit/>
          </a:bodyPr>
          <a:lstStyle/>
          <a:p>
            <a:pPr algn="ctr">
              <a:lnSpc>
                <a:spcPct val="130000"/>
              </a:lnSpc>
            </a:pPr>
            <a:r>
              <a:rPr lang="en-US" altLang="zh-CN" sz="2800">
                <a:solidFill>
                  <a:schemeClr val="bg1"/>
                </a:solidFill>
                <a:effectLst>
                  <a:outerShdw blurRad="38100" dist="38100" dir="2700000" algn="tl">
                    <a:srgbClr val="000000">
                      <a:alpha val="43137"/>
                    </a:srgbClr>
                  </a:outerShdw>
                </a:effectLst>
                <a:ea typeface="汉仪雅酷黑-55W" panose="020B0504020202020204"/>
              </a:rPr>
              <a:t>2</a:t>
            </a:r>
            <a:endParaRPr lang="zh-CN" altLang="en-US" sz="3200" b="1">
              <a:solidFill>
                <a:srgbClr val="00B0F0"/>
              </a:solidFill>
              <a:effectLst>
                <a:outerShdw blurRad="38100" dist="38100" dir="2700000" algn="tl">
                  <a:srgbClr val="000000">
                    <a:alpha val="43137"/>
                  </a:srgbClr>
                </a:outerShdw>
              </a:effectLst>
              <a:ea typeface="汉仪雅酷黑-55W" panose="020B0504020202020204"/>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椭圆 60"/>
          <p:cNvSpPr/>
          <p:nvPr/>
        </p:nvSpPr>
        <p:spPr>
          <a:xfrm>
            <a:off x="4621530" y="2818902"/>
            <a:ext cx="6856730" cy="361950"/>
          </a:xfrm>
          <a:prstGeom prst="ellipse">
            <a:avLst/>
          </a:prstGeom>
          <a:solidFill>
            <a:schemeClr val="bg1">
              <a:lumMod val="85000"/>
              <a:alpha val="45000"/>
            </a:schemeClr>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905" b="0" i="0" u="none" strike="noStrike" kern="1200" cap="none" spc="0" normalizeH="0" baseline="0" noProof="0">
              <a:ln>
                <a:noFill/>
              </a:ln>
              <a:solidFill>
                <a:prstClr val="white"/>
              </a:solidFill>
              <a:effectLst/>
              <a:uLnTx/>
              <a:uFillTx/>
              <a:latin typeface="Calibri" panose="020F0702030404030204"/>
              <a:ea typeface="汉仪雅酷黑-55W" panose="020B0504020202020204"/>
              <a:cs typeface="+mn-cs"/>
            </a:endParaRPr>
          </a:p>
        </p:txBody>
      </p:sp>
      <p:grpSp>
        <p:nvGrpSpPr>
          <p:cNvPr id="9" name="组合 8"/>
          <p:cNvGrpSpPr/>
          <p:nvPr/>
        </p:nvGrpSpPr>
        <p:grpSpPr>
          <a:xfrm>
            <a:off x="-614045" y="1459865"/>
            <a:ext cx="5570220" cy="5050790"/>
            <a:chOff x="2579079" y="1206500"/>
            <a:chExt cx="6984021" cy="5139464"/>
          </a:xfrm>
        </p:grpSpPr>
        <p:grpSp>
          <p:nvGrpSpPr>
            <p:cNvPr id="19" name="组合 18"/>
            <p:cNvGrpSpPr/>
            <p:nvPr/>
          </p:nvGrpSpPr>
          <p:grpSpPr>
            <a:xfrm>
              <a:off x="2579079" y="1206500"/>
              <a:ext cx="6984021" cy="5139464"/>
              <a:chOff x="2579079" y="1206500"/>
              <a:chExt cx="6984021" cy="5139464"/>
            </a:xfrm>
          </p:grpSpPr>
          <p:grpSp>
            <p:nvGrpSpPr>
              <p:cNvPr id="21" name="组合 20"/>
              <p:cNvGrpSpPr/>
              <p:nvPr/>
            </p:nvGrpSpPr>
            <p:grpSpPr>
              <a:xfrm>
                <a:off x="4175825" y="1206500"/>
                <a:ext cx="3838640" cy="5009895"/>
                <a:chOff x="4175825" y="1206500"/>
                <a:chExt cx="3838640" cy="5009895"/>
              </a:xfrm>
            </p:grpSpPr>
            <p:grpSp>
              <p:nvGrpSpPr>
                <p:cNvPr id="23" name="组合 22"/>
                <p:cNvGrpSpPr/>
                <p:nvPr/>
              </p:nvGrpSpPr>
              <p:grpSpPr>
                <a:xfrm>
                  <a:off x="7564772" y="1206500"/>
                  <a:ext cx="449693" cy="750629"/>
                  <a:chOff x="7564772" y="1206500"/>
                  <a:chExt cx="449693" cy="750629"/>
                </a:xfrm>
              </p:grpSpPr>
              <p:grpSp>
                <p:nvGrpSpPr>
                  <p:cNvPr id="44" name="组合 43"/>
                  <p:cNvGrpSpPr/>
                  <p:nvPr/>
                </p:nvGrpSpPr>
                <p:grpSpPr>
                  <a:xfrm>
                    <a:off x="7564772" y="1206500"/>
                    <a:ext cx="212022" cy="13678"/>
                    <a:chOff x="7564772" y="1206500"/>
                    <a:chExt cx="212022" cy="13678"/>
                  </a:xfrm>
                </p:grpSpPr>
                <p:sp>
                  <p:nvSpPr>
                    <p:cNvPr id="53" name="任意多边形 37"/>
                    <p:cNvSpPr/>
                    <p:nvPr/>
                  </p:nvSpPr>
                  <p:spPr>
                    <a:xfrm>
                      <a:off x="7564772" y="1206500"/>
                      <a:ext cx="212022" cy="13678"/>
                    </a:xfrm>
                    <a:custGeom>
                      <a:avLst/>
                      <a:gdLst>
                        <a:gd name="connsiteX0" fmla="*/ 5448 w 212022"/>
                        <a:gd name="connsiteY0" fmla="*/ 0 h 13678"/>
                        <a:gd name="connsiteX1" fmla="*/ 210631 w 212022"/>
                        <a:gd name="connsiteY1" fmla="*/ 0 h 13678"/>
                        <a:gd name="connsiteX2" fmla="*/ 214051 w 212022"/>
                        <a:gd name="connsiteY2" fmla="*/ 3420 h 13678"/>
                        <a:gd name="connsiteX3" fmla="*/ 214051 w 212022"/>
                        <a:gd name="connsiteY3" fmla="*/ 10259 h 13678"/>
                        <a:gd name="connsiteX4" fmla="*/ 210631 w 212022"/>
                        <a:gd name="connsiteY4" fmla="*/ 13679 h 13678"/>
                        <a:gd name="connsiteX5" fmla="*/ 5448 w 212022"/>
                        <a:gd name="connsiteY5" fmla="*/ 13679 h 13678"/>
                        <a:gd name="connsiteX6" fmla="*/ 2028 w 212022"/>
                        <a:gd name="connsiteY6" fmla="*/ 10259 h 13678"/>
                        <a:gd name="connsiteX7" fmla="*/ 2028 w 212022"/>
                        <a:gd name="connsiteY7" fmla="*/ 3420 h 13678"/>
                        <a:gd name="connsiteX8" fmla="*/ 5448 w 212022"/>
                        <a:gd name="connsiteY8" fmla="*/ 0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022" h="13678">
                          <a:moveTo>
                            <a:pt x="5448" y="0"/>
                          </a:moveTo>
                          <a:lnTo>
                            <a:pt x="210631" y="0"/>
                          </a:lnTo>
                          <a:cubicBezTo>
                            <a:pt x="212512" y="0"/>
                            <a:pt x="214051" y="1539"/>
                            <a:pt x="214051" y="3420"/>
                          </a:cubicBezTo>
                          <a:lnTo>
                            <a:pt x="214051" y="10259"/>
                          </a:lnTo>
                          <a:cubicBezTo>
                            <a:pt x="214051" y="12140"/>
                            <a:pt x="212512" y="13679"/>
                            <a:pt x="210631" y="13679"/>
                          </a:cubicBezTo>
                          <a:lnTo>
                            <a:pt x="5448" y="13679"/>
                          </a:lnTo>
                          <a:cubicBezTo>
                            <a:pt x="3567" y="13679"/>
                            <a:pt x="2028" y="12140"/>
                            <a:pt x="2028" y="10259"/>
                          </a:cubicBezTo>
                          <a:lnTo>
                            <a:pt x="2028" y="3420"/>
                          </a:lnTo>
                          <a:cubicBezTo>
                            <a:pt x="2028" y="1539"/>
                            <a:pt x="3567" y="0"/>
                            <a:pt x="5448" y="0"/>
                          </a:cubicBezTo>
                          <a:close/>
                        </a:path>
                      </a:pathLst>
                    </a:custGeom>
                    <a:solidFill>
                      <a:srgbClr val="9E9E9E"/>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54" name="任意多边形 38"/>
                    <p:cNvSpPr/>
                    <p:nvPr/>
                  </p:nvSpPr>
                  <p:spPr>
                    <a:xfrm>
                      <a:off x="7564772" y="1206500"/>
                      <a:ext cx="212022" cy="13678"/>
                    </a:xfrm>
                    <a:custGeom>
                      <a:avLst/>
                      <a:gdLst>
                        <a:gd name="connsiteX0" fmla="*/ 5448 w 212022"/>
                        <a:gd name="connsiteY0" fmla="*/ 0 h 13678"/>
                        <a:gd name="connsiteX1" fmla="*/ 210631 w 212022"/>
                        <a:gd name="connsiteY1" fmla="*/ 0 h 13678"/>
                        <a:gd name="connsiteX2" fmla="*/ 214051 w 212022"/>
                        <a:gd name="connsiteY2" fmla="*/ 3420 h 13678"/>
                        <a:gd name="connsiteX3" fmla="*/ 214051 w 212022"/>
                        <a:gd name="connsiteY3" fmla="*/ 10259 h 13678"/>
                        <a:gd name="connsiteX4" fmla="*/ 210631 w 212022"/>
                        <a:gd name="connsiteY4" fmla="*/ 13679 h 13678"/>
                        <a:gd name="connsiteX5" fmla="*/ 5448 w 212022"/>
                        <a:gd name="connsiteY5" fmla="*/ 13679 h 13678"/>
                        <a:gd name="connsiteX6" fmla="*/ 2028 w 212022"/>
                        <a:gd name="connsiteY6" fmla="*/ 10259 h 13678"/>
                        <a:gd name="connsiteX7" fmla="*/ 2028 w 212022"/>
                        <a:gd name="connsiteY7" fmla="*/ 3420 h 13678"/>
                        <a:gd name="connsiteX8" fmla="*/ 5448 w 212022"/>
                        <a:gd name="connsiteY8" fmla="*/ 0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022" h="13678">
                          <a:moveTo>
                            <a:pt x="5448" y="0"/>
                          </a:moveTo>
                          <a:lnTo>
                            <a:pt x="210631" y="0"/>
                          </a:lnTo>
                          <a:cubicBezTo>
                            <a:pt x="212512" y="0"/>
                            <a:pt x="214051" y="1539"/>
                            <a:pt x="214051" y="3420"/>
                          </a:cubicBezTo>
                          <a:lnTo>
                            <a:pt x="214051" y="10259"/>
                          </a:lnTo>
                          <a:cubicBezTo>
                            <a:pt x="214051" y="12140"/>
                            <a:pt x="212512" y="13679"/>
                            <a:pt x="210631" y="13679"/>
                          </a:cubicBezTo>
                          <a:lnTo>
                            <a:pt x="5448" y="13679"/>
                          </a:lnTo>
                          <a:cubicBezTo>
                            <a:pt x="3567" y="13679"/>
                            <a:pt x="2028" y="12140"/>
                            <a:pt x="2028" y="10259"/>
                          </a:cubicBezTo>
                          <a:lnTo>
                            <a:pt x="2028" y="3420"/>
                          </a:lnTo>
                          <a:cubicBezTo>
                            <a:pt x="2028" y="1539"/>
                            <a:pt x="3567" y="0"/>
                            <a:pt x="5448" y="0"/>
                          </a:cubicBezTo>
                          <a:close/>
                        </a:path>
                      </a:pathLst>
                    </a:custGeom>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55" name="任意多边形 39"/>
                    <p:cNvSpPr/>
                    <p:nvPr/>
                  </p:nvSpPr>
                  <p:spPr>
                    <a:xfrm>
                      <a:off x="7564772" y="1206500"/>
                      <a:ext cx="212022" cy="13678"/>
                    </a:xfrm>
                    <a:custGeom>
                      <a:avLst/>
                      <a:gdLst>
                        <a:gd name="connsiteX0" fmla="*/ 5448 w 212022"/>
                        <a:gd name="connsiteY0" fmla="*/ 0 h 13678"/>
                        <a:gd name="connsiteX1" fmla="*/ 210631 w 212022"/>
                        <a:gd name="connsiteY1" fmla="*/ 0 h 13678"/>
                        <a:gd name="connsiteX2" fmla="*/ 214051 w 212022"/>
                        <a:gd name="connsiteY2" fmla="*/ 3420 h 13678"/>
                        <a:gd name="connsiteX3" fmla="*/ 214051 w 212022"/>
                        <a:gd name="connsiteY3" fmla="*/ 10259 h 13678"/>
                        <a:gd name="connsiteX4" fmla="*/ 210631 w 212022"/>
                        <a:gd name="connsiteY4" fmla="*/ 13679 h 13678"/>
                        <a:gd name="connsiteX5" fmla="*/ 5448 w 212022"/>
                        <a:gd name="connsiteY5" fmla="*/ 13679 h 13678"/>
                        <a:gd name="connsiteX6" fmla="*/ 2028 w 212022"/>
                        <a:gd name="connsiteY6" fmla="*/ 10259 h 13678"/>
                        <a:gd name="connsiteX7" fmla="*/ 2028 w 212022"/>
                        <a:gd name="connsiteY7" fmla="*/ 3420 h 13678"/>
                        <a:gd name="connsiteX8" fmla="*/ 5448 w 212022"/>
                        <a:gd name="connsiteY8" fmla="*/ 0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022" h="13678">
                          <a:moveTo>
                            <a:pt x="5448" y="0"/>
                          </a:moveTo>
                          <a:lnTo>
                            <a:pt x="210631" y="0"/>
                          </a:lnTo>
                          <a:cubicBezTo>
                            <a:pt x="212512" y="0"/>
                            <a:pt x="214051" y="1539"/>
                            <a:pt x="214051" y="3420"/>
                          </a:cubicBezTo>
                          <a:lnTo>
                            <a:pt x="214051" y="10259"/>
                          </a:lnTo>
                          <a:cubicBezTo>
                            <a:pt x="214051" y="12140"/>
                            <a:pt x="212512" y="13679"/>
                            <a:pt x="210631" y="13679"/>
                          </a:cubicBezTo>
                          <a:lnTo>
                            <a:pt x="5448" y="13679"/>
                          </a:lnTo>
                          <a:cubicBezTo>
                            <a:pt x="3567" y="13679"/>
                            <a:pt x="2028" y="12140"/>
                            <a:pt x="2028" y="10259"/>
                          </a:cubicBezTo>
                          <a:lnTo>
                            <a:pt x="2028" y="3420"/>
                          </a:lnTo>
                          <a:cubicBezTo>
                            <a:pt x="2028" y="1539"/>
                            <a:pt x="3567" y="0"/>
                            <a:pt x="5448" y="0"/>
                          </a:cubicBezTo>
                          <a:close/>
                        </a:path>
                      </a:pathLst>
                    </a:custGeom>
                    <a:solidFill>
                      <a:srgbClr val="000000"/>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grpSp>
                <p:nvGrpSpPr>
                  <p:cNvPr id="45" name="组合 44"/>
                  <p:cNvGrpSpPr/>
                  <p:nvPr/>
                </p:nvGrpSpPr>
                <p:grpSpPr>
                  <a:xfrm>
                    <a:off x="8000786" y="1563861"/>
                    <a:ext cx="13678" cy="179535"/>
                    <a:chOff x="8000786" y="1563861"/>
                    <a:chExt cx="13678" cy="179535"/>
                  </a:xfrm>
                </p:grpSpPr>
                <p:sp>
                  <p:nvSpPr>
                    <p:cNvPr id="50" name="任意多边形 34"/>
                    <p:cNvSpPr/>
                    <p:nvPr/>
                  </p:nvSpPr>
                  <p:spPr>
                    <a:xfrm rot="5400000">
                      <a:off x="7917858" y="1646789"/>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solidFill>
                      <a:srgbClr val="9C9C9C"/>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51" name="任意多边形 35"/>
                    <p:cNvSpPr/>
                    <p:nvPr/>
                  </p:nvSpPr>
                  <p:spPr>
                    <a:xfrm rot="5400000">
                      <a:off x="7917858" y="1646789"/>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52" name="任意多边形 36"/>
                    <p:cNvSpPr/>
                    <p:nvPr/>
                  </p:nvSpPr>
                  <p:spPr>
                    <a:xfrm rot="5400000">
                      <a:off x="7917858" y="1646789"/>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solidFill>
                      <a:srgbClr val="000000"/>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grpSp>
                <p:nvGrpSpPr>
                  <p:cNvPr id="46" name="组合 45"/>
                  <p:cNvGrpSpPr/>
                  <p:nvPr/>
                </p:nvGrpSpPr>
                <p:grpSpPr>
                  <a:xfrm>
                    <a:off x="8000786" y="1777593"/>
                    <a:ext cx="13678" cy="179535"/>
                    <a:chOff x="8000786" y="1777593"/>
                    <a:chExt cx="13678" cy="179535"/>
                  </a:xfrm>
                </p:grpSpPr>
                <p:sp>
                  <p:nvSpPr>
                    <p:cNvPr id="47" name="任意多边形 31"/>
                    <p:cNvSpPr/>
                    <p:nvPr/>
                  </p:nvSpPr>
                  <p:spPr>
                    <a:xfrm rot="5400000">
                      <a:off x="7917858" y="1860522"/>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solidFill>
                      <a:srgbClr val="9C9C9C"/>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48" name="任意多边形 32"/>
                    <p:cNvSpPr/>
                    <p:nvPr/>
                  </p:nvSpPr>
                  <p:spPr>
                    <a:xfrm rot="5400000">
                      <a:off x="7917858" y="1860522"/>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49" name="任意多边形 33"/>
                    <p:cNvSpPr/>
                    <p:nvPr/>
                  </p:nvSpPr>
                  <p:spPr>
                    <a:xfrm rot="5400000">
                      <a:off x="7917858" y="1860522"/>
                      <a:ext cx="179535" cy="13678"/>
                    </a:xfrm>
                    <a:custGeom>
                      <a:avLst/>
                      <a:gdLst>
                        <a:gd name="connsiteX0" fmla="*/ 5414 w 179535"/>
                        <a:gd name="connsiteY0" fmla="*/ -34 h 13678"/>
                        <a:gd name="connsiteX1" fmla="*/ 178110 w 179535"/>
                        <a:gd name="connsiteY1" fmla="*/ -34 h 13678"/>
                        <a:gd name="connsiteX2" fmla="*/ 181530 w 179535"/>
                        <a:gd name="connsiteY2" fmla="*/ 3386 h 13678"/>
                        <a:gd name="connsiteX3" fmla="*/ 181530 w 179535"/>
                        <a:gd name="connsiteY3" fmla="*/ 10225 h 13678"/>
                        <a:gd name="connsiteX4" fmla="*/ 178110 w 179535"/>
                        <a:gd name="connsiteY4" fmla="*/ 13645 h 13678"/>
                        <a:gd name="connsiteX5" fmla="*/ 5414 w 179535"/>
                        <a:gd name="connsiteY5" fmla="*/ 13645 h 13678"/>
                        <a:gd name="connsiteX6" fmla="*/ 1994 w 179535"/>
                        <a:gd name="connsiteY6" fmla="*/ 10225 h 13678"/>
                        <a:gd name="connsiteX7" fmla="*/ 1994 w 179535"/>
                        <a:gd name="connsiteY7" fmla="*/ 3386 h 13678"/>
                        <a:gd name="connsiteX8" fmla="*/ 5414 w 179535"/>
                        <a:gd name="connsiteY8" fmla="*/ -34 h 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535" h="13678">
                          <a:moveTo>
                            <a:pt x="5414" y="-34"/>
                          </a:moveTo>
                          <a:lnTo>
                            <a:pt x="178110" y="-34"/>
                          </a:lnTo>
                          <a:cubicBezTo>
                            <a:pt x="179991" y="-34"/>
                            <a:pt x="181530" y="1505"/>
                            <a:pt x="181530" y="3386"/>
                          </a:cubicBezTo>
                          <a:lnTo>
                            <a:pt x="181530" y="10225"/>
                          </a:lnTo>
                          <a:cubicBezTo>
                            <a:pt x="181530" y="12106"/>
                            <a:pt x="179991" y="13645"/>
                            <a:pt x="178110" y="13645"/>
                          </a:cubicBezTo>
                          <a:lnTo>
                            <a:pt x="5414" y="13645"/>
                          </a:lnTo>
                          <a:cubicBezTo>
                            <a:pt x="3533" y="13645"/>
                            <a:pt x="1994" y="12106"/>
                            <a:pt x="1994" y="10225"/>
                          </a:cubicBezTo>
                          <a:lnTo>
                            <a:pt x="1994" y="3386"/>
                          </a:lnTo>
                          <a:cubicBezTo>
                            <a:pt x="1994" y="1505"/>
                            <a:pt x="3533" y="-34"/>
                            <a:pt x="5414" y="-34"/>
                          </a:cubicBezTo>
                          <a:close/>
                        </a:path>
                      </a:pathLst>
                    </a:custGeom>
                    <a:solidFill>
                      <a:srgbClr val="000000"/>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grpSp>
            <p:grpSp>
              <p:nvGrpSpPr>
                <p:cNvPr id="24" name="组合 23"/>
                <p:cNvGrpSpPr/>
                <p:nvPr/>
              </p:nvGrpSpPr>
              <p:grpSpPr>
                <a:xfrm>
                  <a:off x="4175825" y="1216759"/>
                  <a:ext cx="3830091" cy="4999636"/>
                  <a:chOff x="4175825" y="1216759"/>
                  <a:chExt cx="3830091" cy="4999636"/>
                </a:xfrm>
              </p:grpSpPr>
              <p:grpSp>
                <p:nvGrpSpPr>
                  <p:cNvPr id="40" name="组合 39"/>
                  <p:cNvGrpSpPr/>
                  <p:nvPr/>
                </p:nvGrpSpPr>
                <p:grpSpPr>
                  <a:xfrm>
                    <a:off x="4175825" y="1216759"/>
                    <a:ext cx="3830091" cy="4999636"/>
                    <a:chOff x="4175825" y="1216759"/>
                    <a:chExt cx="3830091" cy="4999636"/>
                  </a:xfrm>
                </p:grpSpPr>
                <p:sp>
                  <p:nvSpPr>
                    <p:cNvPr id="42" name="任意多边形 26"/>
                    <p:cNvSpPr/>
                    <p:nvPr/>
                  </p:nvSpPr>
                  <p:spPr>
                    <a:xfrm>
                      <a:off x="4175825" y="1216759"/>
                      <a:ext cx="3830091" cy="4999636"/>
                    </a:xfrm>
                    <a:custGeom>
                      <a:avLst/>
                      <a:gdLst>
                        <a:gd name="connsiteX0" fmla="*/ 255841 w 3830091"/>
                        <a:gd name="connsiteY0" fmla="*/ 6 h 4999636"/>
                        <a:gd name="connsiteX1" fmla="*/ 3574342 w 3830091"/>
                        <a:gd name="connsiteY1" fmla="*/ 6 h 4999636"/>
                        <a:gd name="connsiteX2" fmla="*/ 3711986 w 3830091"/>
                        <a:gd name="connsiteY2" fmla="*/ 27193 h 4999636"/>
                        <a:gd name="connsiteX3" fmla="*/ 3802951 w 3830091"/>
                        <a:gd name="connsiteY3" fmla="*/ 118157 h 4999636"/>
                        <a:gd name="connsiteX4" fmla="*/ 3830137 w 3830091"/>
                        <a:gd name="connsiteY4" fmla="*/ 255801 h 4999636"/>
                        <a:gd name="connsiteX5" fmla="*/ 3830137 w 3830091"/>
                        <a:gd name="connsiteY5" fmla="*/ 4743847 h 4999636"/>
                        <a:gd name="connsiteX6" fmla="*/ 3802951 w 3830091"/>
                        <a:gd name="connsiteY6" fmla="*/ 4881491 h 4999636"/>
                        <a:gd name="connsiteX7" fmla="*/ 3711986 w 3830091"/>
                        <a:gd name="connsiteY7" fmla="*/ 4972456 h 4999636"/>
                        <a:gd name="connsiteX8" fmla="*/ 3574342 w 3830091"/>
                        <a:gd name="connsiteY8" fmla="*/ 4999643 h 4999636"/>
                        <a:gd name="connsiteX9" fmla="*/ 255841 w 3830091"/>
                        <a:gd name="connsiteY9" fmla="*/ 4999643 h 4999636"/>
                        <a:gd name="connsiteX10" fmla="*/ 116488 w 3830091"/>
                        <a:gd name="connsiteY10" fmla="*/ 4970746 h 4999636"/>
                        <a:gd name="connsiteX11" fmla="*/ 28943 w 3830091"/>
                        <a:gd name="connsiteY11" fmla="*/ 4883201 h 4999636"/>
                        <a:gd name="connsiteX12" fmla="*/ 46 w 3830091"/>
                        <a:gd name="connsiteY12" fmla="*/ 4743847 h 4999636"/>
                        <a:gd name="connsiteX13" fmla="*/ 46 w 3830091"/>
                        <a:gd name="connsiteY13" fmla="*/ 255801 h 4999636"/>
                        <a:gd name="connsiteX14" fmla="*/ 27233 w 3830091"/>
                        <a:gd name="connsiteY14" fmla="*/ 118157 h 4999636"/>
                        <a:gd name="connsiteX15" fmla="*/ 118197 w 3830091"/>
                        <a:gd name="connsiteY15" fmla="*/ 27193 h 4999636"/>
                        <a:gd name="connsiteX16" fmla="*/ 255841 w 3830091"/>
                        <a:gd name="connsiteY16" fmla="*/ 6 h 499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30091" h="4999636">
                          <a:moveTo>
                            <a:pt x="255841" y="6"/>
                          </a:moveTo>
                          <a:lnTo>
                            <a:pt x="3574342" y="6"/>
                          </a:lnTo>
                          <a:cubicBezTo>
                            <a:pt x="3629228" y="6"/>
                            <a:pt x="3676592" y="8213"/>
                            <a:pt x="3711986" y="27193"/>
                          </a:cubicBezTo>
                          <a:cubicBezTo>
                            <a:pt x="3750116" y="47540"/>
                            <a:pt x="3782603" y="80199"/>
                            <a:pt x="3802951" y="118157"/>
                          </a:cubicBezTo>
                          <a:cubicBezTo>
                            <a:pt x="3821930" y="153552"/>
                            <a:pt x="3830137" y="200744"/>
                            <a:pt x="3830137" y="255801"/>
                          </a:cubicBezTo>
                          <a:lnTo>
                            <a:pt x="3830137" y="4743847"/>
                          </a:lnTo>
                          <a:cubicBezTo>
                            <a:pt x="3830137" y="4798734"/>
                            <a:pt x="3821930" y="4846097"/>
                            <a:pt x="3802951" y="4881491"/>
                          </a:cubicBezTo>
                          <a:cubicBezTo>
                            <a:pt x="3782603" y="4919621"/>
                            <a:pt x="3749945" y="4952108"/>
                            <a:pt x="3711986" y="4972456"/>
                          </a:cubicBezTo>
                          <a:cubicBezTo>
                            <a:pt x="3676592" y="4991435"/>
                            <a:pt x="3629400" y="4999643"/>
                            <a:pt x="3574342" y="4999643"/>
                          </a:cubicBezTo>
                          <a:lnTo>
                            <a:pt x="255841" y="4999643"/>
                          </a:lnTo>
                          <a:cubicBezTo>
                            <a:pt x="203178" y="4999643"/>
                            <a:pt x="152566" y="4990067"/>
                            <a:pt x="116488" y="4970746"/>
                          </a:cubicBezTo>
                          <a:cubicBezTo>
                            <a:pt x="78358" y="4950399"/>
                            <a:pt x="49290" y="4921160"/>
                            <a:pt x="28943" y="4883201"/>
                          </a:cubicBezTo>
                          <a:cubicBezTo>
                            <a:pt x="9621" y="4847294"/>
                            <a:pt x="46" y="4796682"/>
                            <a:pt x="46" y="4743847"/>
                          </a:cubicBezTo>
                          <a:lnTo>
                            <a:pt x="46" y="255801"/>
                          </a:lnTo>
                          <a:cubicBezTo>
                            <a:pt x="46" y="200915"/>
                            <a:pt x="8253" y="153552"/>
                            <a:pt x="27233" y="118157"/>
                          </a:cubicBezTo>
                          <a:cubicBezTo>
                            <a:pt x="47580" y="80028"/>
                            <a:pt x="80239" y="47540"/>
                            <a:pt x="118197" y="27193"/>
                          </a:cubicBezTo>
                          <a:cubicBezTo>
                            <a:pt x="153592" y="8213"/>
                            <a:pt x="200955" y="6"/>
                            <a:pt x="255841" y="6"/>
                          </a:cubicBezTo>
                          <a:close/>
                        </a:path>
                      </a:pathLst>
                    </a:custGeom>
                    <a:solidFill>
                      <a:srgbClr val="525252"/>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43" name="任意多边形 27"/>
                    <p:cNvSpPr/>
                    <p:nvPr/>
                  </p:nvSpPr>
                  <p:spPr>
                    <a:xfrm>
                      <a:off x="4175825" y="1216759"/>
                      <a:ext cx="3830091" cy="4999636"/>
                    </a:xfrm>
                    <a:custGeom>
                      <a:avLst/>
                      <a:gdLst>
                        <a:gd name="connsiteX0" fmla="*/ 255841 w 3830091"/>
                        <a:gd name="connsiteY0" fmla="*/ 6 h 4999636"/>
                        <a:gd name="connsiteX1" fmla="*/ 3574342 w 3830091"/>
                        <a:gd name="connsiteY1" fmla="*/ 6 h 4999636"/>
                        <a:gd name="connsiteX2" fmla="*/ 3711986 w 3830091"/>
                        <a:gd name="connsiteY2" fmla="*/ 27193 h 4999636"/>
                        <a:gd name="connsiteX3" fmla="*/ 3802951 w 3830091"/>
                        <a:gd name="connsiteY3" fmla="*/ 118157 h 4999636"/>
                        <a:gd name="connsiteX4" fmla="*/ 3830137 w 3830091"/>
                        <a:gd name="connsiteY4" fmla="*/ 255801 h 4999636"/>
                        <a:gd name="connsiteX5" fmla="*/ 3830137 w 3830091"/>
                        <a:gd name="connsiteY5" fmla="*/ 4743847 h 4999636"/>
                        <a:gd name="connsiteX6" fmla="*/ 3802951 w 3830091"/>
                        <a:gd name="connsiteY6" fmla="*/ 4881491 h 4999636"/>
                        <a:gd name="connsiteX7" fmla="*/ 3711986 w 3830091"/>
                        <a:gd name="connsiteY7" fmla="*/ 4972456 h 4999636"/>
                        <a:gd name="connsiteX8" fmla="*/ 3574342 w 3830091"/>
                        <a:gd name="connsiteY8" fmla="*/ 4999643 h 4999636"/>
                        <a:gd name="connsiteX9" fmla="*/ 255841 w 3830091"/>
                        <a:gd name="connsiteY9" fmla="*/ 4999643 h 4999636"/>
                        <a:gd name="connsiteX10" fmla="*/ 116488 w 3830091"/>
                        <a:gd name="connsiteY10" fmla="*/ 4970746 h 4999636"/>
                        <a:gd name="connsiteX11" fmla="*/ 28943 w 3830091"/>
                        <a:gd name="connsiteY11" fmla="*/ 4883201 h 4999636"/>
                        <a:gd name="connsiteX12" fmla="*/ 46 w 3830091"/>
                        <a:gd name="connsiteY12" fmla="*/ 4743847 h 4999636"/>
                        <a:gd name="connsiteX13" fmla="*/ 46 w 3830091"/>
                        <a:gd name="connsiteY13" fmla="*/ 255801 h 4999636"/>
                        <a:gd name="connsiteX14" fmla="*/ 27233 w 3830091"/>
                        <a:gd name="connsiteY14" fmla="*/ 118157 h 4999636"/>
                        <a:gd name="connsiteX15" fmla="*/ 118197 w 3830091"/>
                        <a:gd name="connsiteY15" fmla="*/ 27193 h 4999636"/>
                        <a:gd name="connsiteX16" fmla="*/ 255841 w 3830091"/>
                        <a:gd name="connsiteY16" fmla="*/ 6 h 499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30091" h="4999636">
                          <a:moveTo>
                            <a:pt x="255841" y="6"/>
                          </a:moveTo>
                          <a:lnTo>
                            <a:pt x="3574342" y="6"/>
                          </a:lnTo>
                          <a:cubicBezTo>
                            <a:pt x="3629228" y="6"/>
                            <a:pt x="3676592" y="8213"/>
                            <a:pt x="3711986" y="27193"/>
                          </a:cubicBezTo>
                          <a:cubicBezTo>
                            <a:pt x="3750116" y="47540"/>
                            <a:pt x="3782603" y="80199"/>
                            <a:pt x="3802951" y="118157"/>
                          </a:cubicBezTo>
                          <a:cubicBezTo>
                            <a:pt x="3821930" y="153552"/>
                            <a:pt x="3830137" y="200744"/>
                            <a:pt x="3830137" y="255801"/>
                          </a:cubicBezTo>
                          <a:lnTo>
                            <a:pt x="3830137" y="4743847"/>
                          </a:lnTo>
                          <a:cubicBezTo>
                            <a:pt x="3830137" y="4798734"/>
                            <a:pt x="3821930" y="4846097"/>
                            <a:pt x="3802951" y="4881491"/>
                          </a:cubicBezTo>
                          <a:cubicBezTo>
                            <a:pt x="3782603" y="4919621"/>
                            <a:pt x="3749945" y="4952108"/>
                            <a:pt x="3711986" y="4972456"/>
                          </a:cubicBezTo>
                          <a:cubicBezTo>
                            <a:pt x="3676592" y="4991435"/>
                            <a:pt x="3629400" y="4999643"/>
                            <a:pt x="3574342" y="4999643"/>
                          </a:cubicBezTo>
                          <a:lnTo>
                            <a:pt x="255841" y="4999643"/>
                          </a:lnTo>
                          <a:cubicBezTo>
                            <a:pt x="203178" y="4999643"/>
                            <a:pt x="152566" y="4990067"/>
                            <a:pt x="116488" y="4970746"/>
                          </a:cubicBezTo>
                          <a:cubicBezTo>
                            <a:pt x="78358" y="4950399"/>
                            <a:pt x="49290" y="4921160"/>
                            <a:pt x="28943" y="4883201"/>
                          </a:cubicBezTo>
                          <a:cubicBezTo>
                            <a:pt x="9621" y="4847294"/>
                            <a:pt x="46" y="4796682"/>
                            <a:pt x="46" y="4743847"/>
                          </a:cubicBezTo>
                          <a:lnTo>
                            <a:pt x="46" y="255801"/>
                          </a:lnTo>
                          <a:cubicBezTo>
                            <a:pt x="46" y="200915"/>
                            <a:pt x="8253" y="153552"/>
                            <a:pt x="27233" y="118157"/>
                          </a:cubicBezTo>
                          <a:cubicBezTo>
                            <a:pt x="47580" y="80028"/>
                            <a:pt x="80239" y="47540"/>
                            <a:pt x="118197" y="27193"/>
                          </a:cubicBezTo>
                          <a:cubicBezTo>
                            <a:pt x="153592" y="8213"/>
                            <a:pt x="200955" y="6"/>
                            <a:pt x="255841" y="6"/>
                          </a:cubicBezTo>
                          <a:close/>
                        </a:path>
                      </a:pathLst>
                    </a:custGeom>
                    <a:solidFill>
                      <a:srgbClr val="000000"/>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sp>
                <p:nvSpPr>
                  <p:cNvPr id="41" name="任意多边形 25"/>
                  <p:cNvSpPr/>
                  <p:nvPr/>
                </p:nvSpPr>
                <p:spPr>
                  <a:xfrm>
                    <a:off x="4175825" y="1216759"/>
                    <a:ext cx="3830091" cy="4999636"/>
                  </a:xfrm>
                  <a:custGeom>
                    <a:avLst/>
                    <a:gdLst>
                      <a:gd name="connsiteX0" fmla="*/ 255841 w 3830091"/>
                      <a:gd name="connsiteY0" fmla="*/ 6 h 4999636"/>
                      <a:gd name="connsiteX1" fmla="*/ 3574342 w 3830091"/>
                      <a:gd name="connsiteY1" fmla="*/ 6 h 4999636"/>
                      <a:gd name="connsiteX2" fmla="*/ 3711986 w 3830091"/>
                      <a:gd name="connsiteY2" fmla="*/ 27193 h 4999636"/>
                      <a:gd name="connsiteX3" fmla="*/ 3802951 w 3830091"/>
                      <a:gd name="connsiteY3" fmla="*/ 118157 h 4999636"/>
                      <a:gd name="connsiteX4" fmla="*/ 3830137 w 3830091"/>
                      <a:gd name="connsiteY4" fmla="*/ 255801 h 4999636"/>
                      <a:gd name="connsiteX5" fmla="*/ 3830137 w 3830091"/>
                      <a:gd name="connsiteY5" fmla="*/ 4743847 h 4999636"/>
                      <a:gd name="connsiteX6" fmla="*/ 3802951 w 3830091"/>
                      <a:gd name="connsiteY6" fmla="*/ 4881491 h 4999636"/>
                      <a:gd name="connsiteX7" fmla="*/ 3711986 w 3830091"/>
                      <a:gd name="connsiteY7" fmla="*/ 4972456 h 4999636"/>
                      <a:gd name="connsiteX8" fmla="*/ 3574342 w 3830091"/>
                      <a:gd name="connsiteY8" fmla="*/ 4999643 h 4999636"/>
                      <a:gd name="connsiteX9" fmla="*/ 255841 w 3830091"/>
                      <a:gd name="connsiteY9" fmla="*/ 4999643 h 4999636"/>
                      <a:gd name="connsiteX10" fmla="*/ 116488 w 3830091"/>
                      <a:gd name="connsiteY10" fmla="*/ 4970746 h 4999636"/>
                      <a:gd name="connsiteX11" fmla="*/ 28943 w 3830091"/>
                      <a:gd name="connsiteY11" fmla="*/ 4883201 h 4999636"/>
                      <a:gd name="connsiteX12" fmla="*/ 46 w 3830091"/>
                      <a:gd name="connsiteY12" fmla="*/ 4743847 h 4999636"/>
                      <a:gd name="connsiteX13" fmla="*/ 46 w 3830091"/>
                      <a:gd name="connsiteY13" fmla="*/ 255801 h 4999636"/>
                      <a:gd name="connsiteX14" fmla="*/ 27233 w 3830091"/>
                      <a:gd name="connsiteY14" fmla="*/ 118157 h 4999636"/>
                      <a:gd name="connsiteX15" fmla="*/ 118197 w 3830091"/>
                      <a:gd name="connsiteY15" fmla="*/ 27193 h 4999636"/>
                      <a:gd name="connsiteX16" fmla="*/ 255841 w 3830091"/>
                      <a:gd name="connsiteY16" fmla="*/ 6 h 499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30091" h="4999636">
                        <a:moveTo>
                          <a:pt x="255841" y="6"/>
                        </a:moveTo>
                        <a:lnTo>
                          <a:pt x="3574342" y="6"/>
                        </a:lnTo>
                        <a:cubicBezTo>
                          <a:pt x="3629228" y="6"/>
                          <a:pt x="3676592" y="8213"/>
                          <a:pt x="3711986" y="27193"/>
                        </a:cubicBezTo>
                        <a:cubicBezTo>
                          <a:pt x="3750116" y="47540"/>
                          <a:pt x="3782603" y="80199"/>
                          <a:pt x="3802951" y="118157"/>
                        </a:cubicBezTo>
                        <a:cubicBezTo>
                          <a:pt x="3821930" y="153552"/>
                          <a:pt x="3830137" y="200744"/>
                          <a:pt x="3830137" y="255801"/>
                        </a:cubicBezTo>
                        <a:lnTo>
                          <a:pt x="3830137" y="4743847"/>
                        </a:lnTo>
                        <a:cubicBezTo>
                          <a:pt x="3830137" y="4798734"/>
                          <a:pt x="3821930" y="4846097"/>
                          <a:pt x="3802951" y="4881491"/>
                        </a:cubicBezTo>
                        <a:cubicBezTo>
                          <a:pt x="3782603" y="4919621"/>
                          <a:pt x="3749945" y="4952108"/>
                          <a:pt x="3711986" y="4972456"/>
                        </a:cubicBezTo>
                        <a:cubicBezTo>
                          <a:pt x="3676592" y="4991435"/>
                          <a:pt x="3629400" y="4999643"/>
                          <a:pt x="3574342" y="4999643"/>
                        </a:cubicBezTo>
                        <a:lnTo>
                          <a:pt x="255841" y="4999643"/>
                        </a:lnTo>
                        <a:cubicBezTo>
                          <a:pt x="203178" y="4999643"/>
                          <a:pt x="152566" y="4990067"/>
                          <a:pt x="116488" y="4970746"/>
                        </a:cubicBezTo>
                        <a:cubicBezTo>
                          <a:pt x="78358" y="4950399"/>
                          <a:pt x="49290" y="4921160"/>
                          <a:pt x="28943" y="4883201"/>
                        </a:cubicBezTo>
                        <a:cubicBezTo>
                          <a:pt x="9621" y="4847294"/>
                          <a:pt x="46" y="4796682"/>
                          <a:pt x="46" y="4743847"/>
                        </a:cubicBezTo>
                        <a:lnTo>
                          <a:pt x="46" y="255801"/>
                        </a:lnTo>
                        <a:cubicBezTo>
                          <a:pt x="46" y="200915"/>
                          <a:pt x="8253" y="153552"/>
                          <a:pt x="27233" y="118157"/>
                        </a:cubicBezTo>
                        <a:cubicBezTo>
                          <a:pt x="47580" y="80028"/>
                          <a:pt x="80239" y="47540"/>
                          <a:pt x="118197" y="27193"/>
                        </a:cubicBezTo>
                        <a:cubicBezTo>
                          <a:pt x="153592" y="8213"/>
                          <a:pt x="200955" y="6"/>
                          <a:pt x="255841" y="6"/>
                        </a:cubicBezTo>
                        <a:close/>
                      </a:path>
                    </a:pathLst>
                  </a:custGeom>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sp>
              <p:nvSpPr>
                <p:cNvPr id="25" name="任意多边形 9"/>
                <p:cNvSpPr/>
                <p:nvPr/>
              </p:nvSpPr>
              <p:spPr>
                <a:xfrm>
                  <a:off x="4194633" y="1235567"/>
                  <a:ext cx="3792474" cy="4962019"/>
                </a:xfrm>
                <a:custGeom>
                  <a:avLst/>
                  <a:gdLst>
                    <a:gd name="connsiteX0" fmla="*/ 237033 w 3792474"/>
                    <a:gd name="connsiteY0" fmla="*/ 0 h 4962019"/>
                    <a:gd name="connsiteX1" fmla="*/ 108280 w 3792474"/>
                    <a:gd name="connsiteY1" fmla="*/ 24964 h 4962019"/>
                    <a:gd name="connsiteX2" fmla="*/ 25010 w 3792474"/>
                    <a:gd name="connsiteY2" fmla="*/ 108234 h 4962019"/>
                    <a:gd name="connsiteX3" fmla="*/ 46 w 3792474"/>
                    <a:gd name="connsiteY3" fmla="*/ 236987 h 4962019"/>
                    <a:gd name="connsiteX4" fmla="*/ 46 w 3792474"/>
                    <a:gd name="connsiteY4" fmla="*/ 4725033 h 4962019"/>
                    <a:gd name="connsiteX5" fmla="*/ 26720 w 3792474"/>
                    <a:gd name="connsiteY5" fmla="*/ 4855495 h 4962019"/>
                    <a:gd name="connsiteX6" fmla="*/ 106570 w 3792474"/>
                    <a:gd name="connsiteY6" fmla="*/ 4935346 h 4962019"/>
                    <a:gd name="connsiteX7" fmla="*/ 237033 w 3792474"/>
                    <a:gd name="connsiteY7" fmla="*/ 4962020 h 4962019"/>
                    <a:gd name="connsiteX8" fmla="*/ 3555533 w 3792474"/>
                    <a:gd name="connsiteY8" fmla="*/ 4962020 h 4962019"/>
                    <a:gd name="connsiteX9" fmla="*/ 3684286 w 3792474"/>
                    <a:gd name="connsiteY9" fmla="*/ 4937056 h 4962019"/>
                    <a:gd name="connsiteX10" fmla="*/ 3767556 w 3792474"/>
                    <a:gd name="connsiteY10" fmla="*/ 4853785 h 4962019"/>
                    <a:gd name="connsiteX11" fmla="*/ 3792520 w 3792474"/>
                    <a:gd name="connsiteY11" fmla="*/ 4725033 h 4962019"/>
                    <a:gd name="connsiteX12" fmla="*/ 3792520 w 3792474"/>
                    <a:gd name="connsiteY12" fmla="*/ 236987 h 4962019"/>
                    <a:gd name="connsiteX13" fmla="*/ 3767556 w 3792474"/>
                    <a:gd name="connsiteY13" fmla="*/ 108234 h 4962019"/>
                    <a:gd name="connsiteX14" fmla="*/ 3684286 w 3792474"/>
                    <a:gd name="connsiteY14" fmla="*/ 24964 h 4962019"/>
                    <a:gd name="connsiteX15" fmla="*/ 3555533 w 3792474"/>
                    <a:gd name="connsiteY15" fmla="*/ 0 h 4962019"/>
                    <a:gd name="connsiteX16" fmla="*/ 237033 w 3792474"/>
                    <a:gd name="connsiteY16" fmla="*/ 0 h 4962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2474" h="4962019">
                      <a:moveTo>
                        <a:pt x="237033" y="0"/>
                      </a:moveTo>
                      <a:cubicBezTo>
                        <a:pt x="191893" y="0"/>
                        <a:pt x="143845" y="5985"/>
                        <a:pt x="108280" y="24964"/>
                      </a:cubicBezTo>
                      <a:cubicBezTo>
                        <a:pt x="73570" y="43601"/>
                        <a:pt x="43647" y="73524"/>
                        <a:pt x="25010" y="108234"/>
                      </a:cubicBezTo>
                      <a:cubicBezTo>
                        <a:pt x="6031" y="143799"/>
                        <a:pt x="46" y="191847"/>
                        <a:pt x="46" y="236987"/>
                      </a:cubicBezTo>
                      <a:lnTo>
                        <a:pt x="46" y="4725033"/>
                      </a:lnTo>
                      <a:cubicBezTo>
                        <a:pt x="46" y="4770173"/>
                        <a:pt x="7740" y="4819930"/>
                        <a:pt x="26720" y="4855495"/>
                      </a:cubicBezTo>
                      <a:cubicBezTo>
                        <a:pt x="45357" y="4890377"/>
                        <a:pt x="71860" y="4916708"/>
                        <a:pt x="106570" y="4935346"/>
                      </a:cubicBezTo>
                      <a:cubicBezTo>
                        <a:pt x="142136" y="4954325"/>
                        <a:pt x="191893" y="4962020"/>
                        <a:pt x="237033" y="4962020"/>
                      </a:cubicBezTo>
                      <a:lnTo>
                        <a:pt x="3555533" y="4962020"/>
                      </a:lnTo>
                      <a:cubicBezTo>
                        <a:pt x="3600674" y="4962020"/>
                        <a:pt x="3648721" y="4956035"/>
                        <a:pt x="3684286" y="4937056"/>
                      </a:cubicBezTo>
                      <a:cubicBezTo>
                        <a:pt x="3719167" y="4918418"/>
                        <a:pt x="3748919" y="4888496"/>
                        <a:pt x="3767556" y="4853785"/>
                      </a:cubicBezTo>
                      <a:cubicBezTo>
                        <a:pt x="3786536" y="4818220"/>
                        <a:pt x="3792520" y="4770173"/>
                        <a:pt x="3792520" y="4725033"/>
                      </a:cubicBezTo>
                      <a:lnTo>
                        <a:pt x="3792520" y="236987"/>
                      </a:lnTo>
                      <a:cubicBezTo>
                        <a:pt x="3792520" y="191847"/>
                        <a:pt x="3786536" y="143799"/>
                        <a:pt x="3767556" y="108234"/>
                      </a:cubicBezTo>
                      <a:cubicBezTo>
                        <a:pt x="3748919" y="73353"/>
                        <a:pt x="3718996" y="43601"/>
                        <a:pt x="3684286" y="24964"/>
                      </a:cubicBezTo>
                      <a:cubicBezTo>
                        <a:pt x="3648721" y="5985"/>
                        <a:pt x="3600674" y="0"/>
                        <a:pt x="3555533" y="0"/>
                      </a:cubicBezTo>
                      <a:lnTo>
                        <a:pt x="237033" y="0"/>
                      </a:lnTo>
                      <a:close/>
                    </a:path>
                  </a:pathLst>
                </a:custGeom>
                <a:solidFill>
                  <a:srgbClr val="131313"/>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26" name="任意多边形 10"/>
                <p:cNvSpPr/>
                <p:nvPr/>
              </p:nvSpPr>
              <p:spPr>
                <a:xfrm>
                  <a:off x="4333132" y="1374066"/>
                  <a:ext cx="3515476" cy="4685021"/>
                </a:xfrm>
                <a:custGeom>
                  <a:avLst/>
                  <a:gdLst>
                    <a:gd name="connsiteX0" fmla="*/ 81435 w 3515476"/>
                    <a:gd name="connsiteY0" fmla="*/ 0 h 4685021"/>
                    <a:gd name="connsiteX1" fmla="*/ 33388 w 3515476"/>
                    <a:gd name="connsiteY1" fmla="*/ 8549 h 4685021"/>
                    <a:gd name="connsiteX2" fmla="*/ 8595 w 3515476"/>
                    <a:gd name="connsiteY2" fmla="*/ 33342 h 4685021"/>
                    <a:gd name="connsiteX3" fmla="*/ 46 w 3515476"/>
                    <a:gd name="connsiteY3" fmla="*/ 81389 h 4685021"/>
                    <a:gd name="connsiteX4" fmla="*/ 46 w 3515476"/>
                    <a:gd name="connsiteY4" fmla="*/ 4603633 h 4685021"/>
                    <a:gd name="connsiteX5" fmla="*/ 8595 w 3515476"/>
                    <a:gd name="connsiteY5" fmla="*/ 4651680 h 4685021"/>
                    <a:gd name="connsiteX6" fmla="*/ 33388 w 3515476"/>
                    <a:gd name="connsiteY6" fmla="*/ 4676473 h 4685021"/>
                    <a:gd name="connsiteX7" fmla="*/ 81435 w 3515476"/>
                    <a:gd name="connsiteY7" fmla="*/ 4685022 h 4685021"/>
                    <a:gd name="connsiteX8" fmla="*/ 3434133 w 3515476"/>
                    <a:gd name="connsiteY8" fmla="*/ 4685022 h 4685021"/>
                    <a:gd name="connsiteX9" fmla="*/ 3482180 w 3515476"/>
                    <a:gd name="connsiteY9" fmla="*/ 4676473 h 4685021"/>
                    <a:gd name="connsiteX10" fmla="*/ 3506973 w 3515476"/>
                    <a:gd name="connsiteY10" fmla="*/ 4651680 h 4685021"/>
                    <a:gd name="connsiteX11" fmla="*/ 3515523 w 3515476"/>
                    <a:gd name="connsiteY11" fmla="*/ 4603633 h 4685021"/>
                    <a:gd name="connsiteX12" fmla="*/ 3515523 w 3515476"/>
                    <a:gd name="connsiteY12" fmla="*/ 81389 h 4685021"/>
                    <a:gd name="connsiteX13" fmla="*/ 3506973 w 3515476"/>
                    <a:gd name="connsiteY13" fmla="*/ 33342 h 4685021"/>
                    <a:gd name="connsiteX14" fmla="*/ 3482180 w 3515476"/>
                    <a:gd name="connsiteY14" fmla="*/ 8549 h 4685021"/>
                    <a:gd name="connsiteX15" fmla="*/ 3434133 w 3515476"/>
                    <a:gd name="connsiteY15" fmla="*/ 0 h 4685021"/>
                    <a:gd name="connsiteX16" fmla="*/ 81435 w 3515476"/>
                    <a:gd name="connsiteY16" fmla="*/ 0 h 4685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15476" h="4685021">
                      <a:moveTo>
                        <a:pt x="81435" y="0"/>
                      </a:moveTo>
                      <a:cubicBezTo>
                        <a:pt x="56813" y="0"/>
                        <a:pt x="45357" y="2223"/>
                        <a:pt x="33388" y="8549"/>
                      </a:cubicBezTo>
                      <a:cubicBezTo>
                        <a:pt x="22787" y="14192"/>
                        <a:pt x="14238" y="22741"/>
                        <a:pt x="8595" y="33342"/>
                      </a:cubicBezTo>
                      <a:cubicBezTo>
                        <a:pt x="2269" y="45311"/>
                        <a:pt x="46" y="56767"/>
                        <a:pt x="46" y="81389"/>
                      </a:cubicBezTo>
                      <a:lnTo>
                        <a:pt x="46" y="4603633"/>
                      </a:lnTo>
                      <a:cubicBezTo>
                        <a:pt x="46" y="4628255"/>
                        <a:pt x="2269" y="4639711"/>
                        <a:pt x="8595" y="4651680"/>
                      </a:cubicBezTo>
                      <a:cubicBezTo>
                        <a:pt x="14238" y="4662281"/>
                        <a:pt x="22787" y="4670830"/>
                        <a:pt x="33388" y="4676473"/>
                      </a:cubicBezTo>
                      <a:cubicBezTo>
                        <a:pt x="45357" y="4682799"/>
                        <a:pt x="56813" y="4685022"/>
                        <a:pt x="81435" y="4685022"/>
                      </a:cubicBezTo>
                      <a:lnTo>
                        <a:pt x="3434133" y="4685022"/>
                      </a:lnTo>
                      <a:cubicBezTo>
                        <a:pt x="3458755" y="4685022"/>
                        <a:pt x="3470211" y="4682799"/>
                        <a:pt x="3482180" y="4676473"/>
                      </a:cubicBezTo>
                      <a:cubicBezTo>
                        <a:pt x="3492781" y="4670830"/>
                        <a:pt x="3501331" y="4662281"/>
                        <a:pt x="3506973" y="4651680"/>
                      </a:cubicBezTo>
                      <a:cubicBezTo>
                        <a:pt x="3513300" y="4639711"/>
                        <a:pt x="3515523" y="4628255"/>
                        <a:pt x="3515523" y="4603633"/>
                      </a:cubicBezTo>
                      <a:lnTo>
                        <a:pt x="3515523" y="81389"/>
                      </a:lnTo>
                      <a:cubicBezTo>
                        <a:pt x="3515523" y="56767"/>
                        <a:pt x="3513300" y="45311"/>
                        <a:pt x="3506973" y="33342"/>
                      </a:cubicBezTo>
                      <a:cubicBezTo>
                        <a:pt x="3501331" y="22741"/>
                        <a:pt x="3492781" y="14192"/>
                        <a:pt x="3482180" y="8549"/>
                      </a:cubicBezTo>
                      <a:cubicBezTo>
                        <a:pt x="3470211" y="2223"/>
                        <a:pt x="3458755" y="0"/>
                        <a:pt x="3434133" y="0"/>
                      </a:cubicBezTo>
                      <a:lnTo>
                        <a:pt x="81435" y="0"/>
                      </a:lnTo>
                      <a:close/>
                    </a:path>
                  </a:pathLst>
                </a:custGeom>
                <a:solidFill>
                  <a:srgbClr val="1B1E1F"/>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nvGrpSpPr>
                <p:cNvPr id="27" name="组合 26"/>
                <p:cNvGrpSpPr/>
                <p:nvPr/>
              </p:nvGrpSpPr>
              <p:grpSpPr>
                <a:xfrm>
                  <a:off x="5824132" y="1261215"/>
                  <a:ext cx="543736" cy="68394"/>
                  <a:chOff x="5824132" y="1261215"/>
                  <a:chExt cx="543736" cy="68394"/>
                </a:xfrm>
                <a:solidFill>
                  <a:srgbClr val="0A0A0A"/>
                </a:solidFill>
              </p:grpSpPr>
              <p:sp>
                <p:nvSpPr>
                  <p:cNvPr id="36" name="任意多边形 20"/>
                  <p:cNvSpPr/>
                  <p:nvPr/>
                </p:nvSpPr>
                <p:spPr>
                  <a:xfrm>
                    <a:off x="5824132" y="1268055"/>
                    <a:ext cx="54715" cy="54715"/>
                  </a:xfrm>
                  <a:custGeom>
                    <a:avLst/>
                    <a:gdLst>
                      <a:gd name="connsiteX0" fmla="*/ 55726 w 54715"/>
                      <a:gd name="connsiteY0" fmla="*/ 27390 h 54715"/>
                      <a:gd name="connsiteX1" fmla="*/ 28368 w 54715"/>
                      <a:gd name="connsiteY1" fmla="*/ 54748 h 54715"/>
                      <a:gd name="connsiteX2" fmla="*/ 1010 w 54715"/>
                      <a:gd name="connsiteY2" fmla="*/ 27390 h 54715"/>
                      <a:gd name="connsiteX3" fmla="*/ 28368 w 54715"/>
                      <a:gd name="connsiteY3" fmla="*/ 32 h 54715"/>
                      <a:gd name="connsiteX4" fmla="*/ 55726 w 54715"/>
                      <a:gd name="connsiteY4" fmla="*/ 27390 h 54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15" h="54715">
                        <a:moveTo>
                          <a:pt x="55726" y="27390"/>
                        </a:moveTo>
                        <a:cubicBezTo>
                          <a:pt x="55726" y="42499"/>
                          <a:pt x="43477" y="54748"/>
                          <a:pt x="28368" y="54748"/>
                        </a:cubicBezTo>
                        <a:cubicBezTo>
                          <a:pt x="13259" y="54748"/>
                          <a:pt x="1010" y="42499"/>
                          <a:pt x="1010" y="27390"/>
                        </a:cubicBezTo>
                        <a:cubicBezTo>
                          <a:pt x="1010" y="12281"/>
                          <a:pt x="13259" y="32"/>
                          <a:pt x="28368" y="32"/>
                        </a:cubicBezTo>
                        <a:cubicBezTo>
                          <a:pt x="43477" y="32"/>
                          <a:pt x="55726" y="12281"/>
                          <a:pt x="55726" y="27390"/>
                        </a:cubicBezTo>
                        <a:close/>
                      </a:path>
                    </a:pathLst>
                  </a:custGeom>
                  <a:solidFill>
                    <a:srgbClr val="0A0A0A"/>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37" name="任意多边形 21"/>
                  <p:cNvSpPr/>
                  <p:nvPr/>
                </p:nvSpPr>
                <p:spPr>
                  <a:xfrm>
                    <a:off x="5938693" y="1261215"/>
                    <a:ext cx="68394" cy="68394"/>
                  </a:xfrm>
                  <a:custGeom>
                    <a:avLst/>
                    <a:gdLst>
                      <a:gd name="connsiteX0" fmla="*/ 69404 w 68394"/>
                      <a:gd name="connsiteY0" fmla="*/ 34229 h 68394"/>
                      <a:gd name="connsiteX1" fmla="*/ 35207 w 68394"/>
                      <a:gd name="connsiteY1" fmla="*/ 68426 h 68394"/>
                      <a:gd name="connsiteX2" fmla="*/ 1010 w 68394"/>
                      <a:gd name="connsiteY2" fmla="*/ 34229 h 68394"/>
                      <a:gd name="connsiteX3" fmla="*/ 35207 w 68394"/>
                      <a:gd name="connsiteY3" fmla="*/ 32 h 68394"/>
                      <a:gd name="connsiteX4" fmla="*/ 69404 w 68394"/>
                      <a:gd name="connsiteY4" fmla="*/ 34229 h 68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94" h="68394">
                        <a:moveTo>
                          <a:pt x="69404" y="34229"/>
                        </a:moveTo>
                        <a:cubicBezTo>
                          <a:pt x="69404" y="53116"/>
                          <a:pt x="54094" y="68426"/>
                          <a:pt x="35207" y="68426"/>
                        </a:cubicBezTo>
                        <a:cubicBezTo>
                          <a:pt x="16321" y="68426"/>
                          <a:pt x="1010" y="53116"/>
                          <a:pt x="1010" y="34229"/>
                        </a:cubicBezTo>
                        <a:cubicBezTo>
                          <a:pt x="1010" y="15343"/>
                          <a:pt x="16321" y="32"/>
                          <a:pt x="35207" y="32"/>
                        </a:cubicBezTo>
                        <a:cubicBezTo>
                          <a:pt x="54094" y="32"/>
                          <a:pt x="69404" y="15343"/>
                          <a:pt x="69404" y="34229"/>
                        </a:cubicBezTo>
                        <a:close/>
                      </a:path>
                    </a:pathLst>
                  </a:custGeom>
                  <a:solidFill>
                    <a:srgbClr val="0A0A0A"/>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38" name="任意多边形 22"/>
                  <p:cNvSpPr/>
                  <p:nvPr/>
                </p:nvSpPr>
                <p:spPr>
                  <a:xfrm>
                    <a:off x="6299474" y="1261215"/>
                    <a:ext cx="68394" cy="68394"/>
                  </a:xfrm>
                  <a:custGeom>
                    <a:avLst/>
                    <a:gdLst>
                      <a:gd name="connsiteX0" fmla="*/ 69404 w 68394"/>
                      <a:gd name="connsiteY0" fmla="*/ 34229 h 68394"/>
                      <a:gd name="connsiteX1" fmla="*/ 35207 w 68394"/>
                      <a:gd name="connsiteY1" fmla="*/ 68426 h 68394"/>
                      <a:gd name="connsiteX2" fmla="*/ 1010 w 68394"/>
                      <a:gd name="connsiteY2" fmla="*/ 34229 h 68394"/>
                      <a:gd name="connsiteX3" fmla="*/ 35207 w 68394"/>
                      <a:gd name="connsiteY3" fmla="*/ 32 h 68394"/>
                      <a:gd name="connsiteX4" fmla="*/ 69404 w 68394"/>
                      <a:gd name="connsiteY4" fmla="*/ 34229 h 68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94" h="68394">
                        <a:moveTo>
                          <a:pt x="69404" y="34229"/>
                        </a:moveTo>
                        <a:cubicBezTo>
                          <a:pt x="69404" y="53116"/>
                          <a:pt x="54094" y="68426"/>
                          <a:pt x="35207" y="68426"/>
                        </a:cubicBezTo>
                        <a:cubicBezTo>
                          <a:pt x="16321" y="68426"/>
                          <a:pt x="1010" y="53116"/>
                          <a:pt x="1010" y="34229"/>
                        </a:cubicBezTo>
                        <a:cubicBezTo>
                          <a:pt x="1010" y="15343"/>
                          <a:pt x="16321" y="32"/>
                          <a:pt x="35207" y="32"/>
                        </a:cubicBezTo>
                        <a:cubicBezTo>
                          <a:pt x="54094" y="32"/>
                          <a:pt x="69404" y="15343"/>
                          <a:pt x="69404" y="34229"/>
                        </a:cubicBezTo>
                        <a:close/>
                      </a:path>
                    </a:pathLst>
                  </a:custGeom>
                  <a:solidFill>
                    <a:srgbClr val="0A0A0A"/>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39" name="任意多边形 23"/>
                  <p:cNvSpPr/>
                  <p:nvPr/>
                </p:nvSpPr>
                <p:spPr>
                  <a:xfrm>
                    <a:off x="6205431" y="1288573"/>
                    <a:ext cx="13678" cy="13678"/>
                  </a:xfrm>
                  <a:custGeom>
                    <a:avLst/>
                    <a:gdLst>
                      <a:gd name="connsiteX0" fmla="*/ 14689 w 13678"/>
                      <a:gd name="connsiteY0" fmla="*/ 6871 h 13678"/>
                      <a:gd name="connsiteX1" fmla="*/ 7849 w 13678"/>
                      <a:gd name="connsiteY1" fmla="*/ 13711 h 13678"/>
                      <a:gd name="connsiteX2" fmla="*/ 1010 w 13678"/>
                      <a:gd name="connsiteY2" fmla="*/ 6871 h 13678"/>
                      <a:gd name="connsiteX3" fmla="*/ 7849 w 13678"/>
                      <a:gd name="connsiteY3" fmla="*/ 32 h 13678"/>
                      <a:gd name="connsiteX4" fmla="*/ 14689 w 13678"/>
                      <a:gd name="connsiteY4" fmla="*/ 6871 h 13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8" h="13678">
                        <a:moveTo>
                          <a:pt x="14689" y="6871"/>
                        </a:moveTo>
                        <a:cubicBezTo>
                          <a:pt x="14689" y="10649"/>
                          <a:pt x="11627" y="13711"/>
                          <a:pt x="7849" y="13711"/>
                        </a:cubicBezTo>
                        <a:cubicBezTo>
                          <a:pt x="4072" y="13711"/>
                          <a:pt x="1010" y="10649"/>
                          <a:pt x="1010" y="6871"/>
                        </a:cubicBezTo>
                        <a:cubicBezTo>
                          <a:pt x="1010" y="3094"/>
                          <a:pt x="4072" y="32"/>
                          <a:pt x="7849" y="32"/>
                        </a:cubicBezTo>
                        <a:cubicBezTo>
                          <a:pt x="11627" y="32"/>
                          <a:pt x="14689" y="3094"/>
                          <a:pt x="14689" y="6871"/>
                        </a:cubicBezTo>
                        <a:close/>
                      </a:path>
                    </a:pathLst>
                  </a:custGeom>
                  <a:solidFill>
                    <a:srgbClr val="0A0A0A"/>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grpSp>
              <p:nvGrpSpPr>
                <p:cNvPr id="28" name="组合 27"/>
                <p:cNvGrpSpPr/>
                <p:nvPr/>
              </p:nvGrpSpPr>
              <p:grpSpPr>
                <a:xfrm>
                  <a:off x="6080611" y="1274894"/>
                  <a:ext cx="42746" cy="42746"/>
                  <a:chOff x="6080611" y="1274894"/>
                  <a:chExt cx="42746" cy="42746"/>
                </a:xfrm>
              </p:grpSpPr>
              <p:sp>
                <p:nvSpPr>
                  <p:cNvPr id="10" name="任意多边形 13"/>
                  <p:cNvSpPr/>
                  <p:nvPr/>
                </p:nvSpPr>
                <p:spPr>
                  <a:xfrm>
                    <a:off x="6080611" y="1274894"/>
                    <a:ext cx="42746" cy="42746"/>
                  </a:xfrm>
                  <a:custGeom>
                    <a:avLst/>
                    <a:gdLst>
                      <a:gd name="connsiteX0" fmla="*/ 43907 w 42746"/>
                      <a:gd name="connsiteY0" fmla="*/ 21413 h 42746"/>
                      <a:gd name="connsiteX1" fmla="*/ 22533 w 42746"/>
                      <a:gd name="connsiteY1" fmla="*/ 42787 h 42746"/>
                      <a:gd name="connsiteX2" fmla="*/ 1160 w 42746"/>
                      <a:gd name="connsiteY2" fmla="*/ 21413 h 42746"/>
                      <a:gd name="connsiteX3" fmla="*/ 22533 w 42746"/>
                      <a:gd name="connsiteY3" fmla="*/ 40 h 42746"/>
                      <a:gd name="connsiteX4" fmla="*/ 43907 w 42746"/>
                      <a:gd name="connsiteY4" fmla="*/ 21413 h 42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46" h="42746">
                        <a:moveTo>
                          <a:pt x="43907" y="21413"/>
                        </a:moveTo>
                        <a:cubicBezTo>
                          <a:pt x="43907" y="33217"/>
                          <a:pt x="34337" y="42787"/>
                          <a:pt x="22533" y="42787"/>
                        </a:cubicBezTo>
                        <a:cubicBezTo>
                          <a:pt x="10729" y="42787"/>
                          <a:pt x="1160" y="33217"/>
                          <a:pt x="1160" y="21413"/>
                        </a:cubicBezTo>
                        <a:cubicBezTo>
                          <a:pt x="1160" y="9609"/>
                          <a:pt x="10729" y="40"/>
                          <a:pt x="22533" y="40"/>
                        </a:cubicBezTo>
                        <a:cubicBezTo>
                          <a:pt x="34337" y="40"/>
                          <a:pt x="43907" y="9609"/>
                          <a:pt x="43907" y="21413"/>
                        </a:cubicBezTo>
                        <a:close/>
                      </a:path>
                    </a:pathLst>
                  </a:custGeom>
                  <a:solidFill>
                    <a:srgbClr val="434343"/>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nvGrpSpPr>
                  <p:cNvPr id="11" name="组合 10"/>
                  <p:cNvGrpSpPr/>
                  <p:nvPr/>
                </p:nvGrpSpPr>
                <p:grpSpPr>
                  <a:xfrm>
                    <a:off x="6089161" y="1283443"/>
                    <a:ext cx="25647" cy="25647"/>
                    <a:chOff x="6089161" y="1283443"/>
                    <a:chExt cx="25647" cy="25647"/>
                  </a:xfrm>
                </p:grpSpPr>
                <p:sp>
                  <p:nvSpPr>
                    <p:cNvPr id="12" name="任意多边形 18"/>
                    <p:cNvSpPr/>
                    <p:nvPr/>
                  </p:nvSpPr>
                  <p:spPr>
                    <a:xfrm>
                      <a:off x="6089161" y="1283443"/>
                      <a:ext cx="25647" cy="25647"/>
                    </a:xfrm>
                    <a:custGeom>
                      <a:avLst/>
                      <a:gdLst>
                        <a:gd name="connsiteX0" fmla="*/ 26808 w 25647"/>
                        <a:gd name="connsiteY0" fmla="*/ 12864 h 25647"/>
                        <a:gd name="connsiteX1" fmla="*/ 13984 w 25647"/>
                        <a:gd name="connsiteY1" fmla="*/ 25688 h 25647"/>
                        <a:gd name="connsiteX2" fmla="*/ 1160 w 25647"/>
                        <a:gd name="connsiteY2" fmla="*/ 12864 h 25647"/>
                        <a:gd name="connsiteX3" fmla="*/ 13984 w 25647"/>
                        <a:gd name="connsiteY3" fmla="*/ 40 h 25647"/>
                        <a:gd name="connsiteX4" fmla="*/ 26808 w 25647"/>
                        <a:gd name="connsiteY4" fmla="*/ 12864 h 2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47" h="25647">
                          <a:moveTo>
                            <a:pt x="26808" y="12864"/>
                          </a:moveTo>
                          <a:cubicBezTo>
                            <a:pt x="26808" y="19946"/>
                            <a:pt x="21066" y="25688"/>
                            <a:pt x="13984" y="25688"/>
                          </a:cubicBezTo>
                          <a:cubicBezTo>
                            <a:pt x="6901" y="25688"/>
                            <a:pt x="1160" y="19946"/>
                            <a:pt x="1160" y="12864"/>
                          </a:cubicBezTo>
                          <a:cubicBezTo>
                            <a:pt x="1160" y="5781"/>
                            <a:pt x="6901" y="40"/>
                            <a:pt x="13984" y="40"/>
                          </a:cubicBezTo>
                          <a:cubicBezTo>
                            <a:pt x="21066" y="40"/>
                            <a:pt x="26808" y="5781"/>
                            <a:pt x="26808" y="12864"/>
                          </a:cubicBezTo>
                          <a:close/>
                        </a:path>
                      </a:pathLst>
                    </a:custGeom>
                    <a:solidFill>
                      <a:srgbClr val="000000"/>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35" name="任意多边形 19"/>
                    <p:cNvSpPr/>
                    <p:nvPr/>
                  </p:nvSpPr>
                  <p:spPr>
                    <a:xfrm>
                      <a:off x="6089161" y="1283443"/>
                      <a:ext cx="25647" cy="25647"/>
                    </a:xfrm>
                    <a:custGeom>
                      <a:avLst/>
                      <a:gdLst>
                        <a:gd name="connsiteX0" fmla="*/ 26808 w 25647"/>
                        <a:gd name="connsiteY0" fmla="*/ 12864 h 25647"/>
                        <a:gd name="connsiteX1" fmla="*/ 13984 w 25647"/>
                        <a:gd name="connsiteY1" fmla="*/ 25688 h 25647"/>
                        <a:gd name="connsiteX2" fmla="*/ 1160 w 25647"/>
                        <a:gd name="connsiteY2" fmla="*/ 12864 h 25647"/>
                        <a:gd name="connsiteX3" fmla="*/ 13984 w 25647"/>
                        <a:gd name="connsiteY3" fmla="*/ 40 h 25647"/>
                        <a:gd name="connsiteX4" fmla="*/ 26808 w 25647"/>
                        <a:gd name="connsiteY4" fmla="*/ 12864 h 25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47" h="25647">
                          <a:moveTo>
                            <a:pt x="26808" y="12864"/>
                          </a:moveTo>
                          <a:cubicBezTo>
                            <a:pt x="26808" y="19946"/>
                            <a:pt x="21066" y="25688"/>
                            <a:pt x="13984" y="25688"/>
                          </a:cubicBezTo>
                          <a:cubicBezTo>
                            <a:pt x="6901" y="25688"/>
                            <a:pt x="1160" y="19946"/>
                            <a:pt x="1160" y="12864"/>
                          </a:cubicBezTo>
                          <a:cubicBezTo>
                            <a:pt x="1160" y="5781"/>
                            <a:pt x="6901" y="40"/>
                            <a:pt x="13984" y="40"/>
                          </a:cubicBezTo>
                          <a:cubicBezTo>
                            <a:pt x="21066" y="40"/>
                            <a:pt x="26808" y="5781"/>
                            <a:pt x="26808" y="12864"/>
                          </a:cubicBezTo>
                          <a:close/>
                        </a:path>
                      </a:pathLst>
                    </a:custGeom>
                    <a:solidFill>
                      <a:srgbClr val="2A4893"/>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sp>
                <p:nvSpPr>
                  <p:cNvPr id="14" name="任意多边形 15"/>
                  <p:cNvSpPr/>
                  <p:nvPr/>
                </p:nvSpPr>
                <p:spPr>
                  <a:xfrm>
                    <a:off x="6087480" y="1284903"/>
                    <a:ext cx="8526" cy="20620"/>
                  </a:xfrm>
                  <a:custGeom>
                    <a:avLst/>
                    <a:gdLst>
                      <a:gd name="connsiteX0" fmla="*/ 6944 w 8526"/>
                      <a:gd name="connsiteY0" fmla="*/ 8839 h 20620"/>
                      <a:gd name="connsiteX1" fmla="*/ 8825 w 8526"/>
                      <a:gd name="connsiteY1" fmla="*/ 290 h 20620"/>
                      <a:gd name="connsiteX2" fmla="*/ 2498 w 8526"/>
                      <a:gd name="connsiteY2" fmla="*/ 8155 h 20620"/>
                      <a:gd name="connsiteX3" fmla="*/ 5405 w 8526"/>
                      <a:gd name="connsiteY3" fmla="*/ 20637 h 20620"/>
                      <a:gd name="connsiteX4" fmla="*/ 6944 w 8526"/>
                      <a:gd name="connsiteY4" fmla="*/ 8839 h 20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26" h="20620">
                        <a:moveTo>
                          <a:pt x="6944" y="8839"/>
                        </a:moveTo>
                        <a:cubicBezTo>
                          <a:pt x="7970" y="4393"/>
                          <a:pt x="11219" y="974"/>
                          <a:pt x="8825" y="290"/>
                        </a:cubicBezTo>
                        <a:cubicBezTo>
                          <a:pt x="6431" y="-394"/>
                          <a:pt x="5918" y="-223"/>
                          <a:pt x="2498" y="8155"/>
                        </a:cubicBezTo>
                        <a:cubicBezTo>
                          <a:pt x="-921" y="16533"/>
                          <a:pt x="3011" y="19953"/>
                          <a:pt x="5405" y="20637"/>
                        </a:cubicBezTo>
                        <a:cubicBezTo>
                          <a:pt x="7628" y="21150"/>
                          <a:pt x="5747" y="13285"/>
                          <a:pt x="6944" y="8839"/>
                        </a:cubicBezTo>
                        <a:close/>
                      </a:path>
                    </a:pathLst>
                  </a:custGeom>
                  <a:solidFill>
                    <a:srgbClr val="3E89CC"/>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15" name="任意多边形 16"/>
                  <p:cNvSpPr/>
                  <p:nvPr/>
                </p:nvSpPr>
                <p:spPr>
                  <a:xfrm>
                    <a:off x="6102839" y="1283443"/>
                    <a:ext cx="15388" cy="18808"/>
                  </a:xfrm>
                  <a:custGeom>
                    <a:avLst/>
                    <a:gdLst>
                      <a:gd name="connsiteX0" fmla="*/ 16549 w 15388"/>
                      <a:gd name="connsiteY0" fmla="*/ 9444 h 18808"/>
                      <a:gd name="connsiteX1" fmla="*/ 8854 w 15388"/>
                      <a:gd name="connsiteY1" fmla="*/ 18848 h 18808"/>
                      <a:gd name="connsiteX2" fmla="*/ 1160 w 15388"/>
                      <a:gd name="connsiteY2" fmla="*/ 9444 h 18808"/>
                      <a:gd name="connsiteX3" fmla="*/ 8854 w 15388"/>
                      <a:gd name="connsiteY3" fmla="*/ 40 h 18808"/>
                      <a:gd name="connsiteX4" fmla="*/ 16549 w 15388"/>
                      <a:gd name="connsiteY4" fmla="*/ 9444 h 18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87" h="18808">
                        <a:moveTo>
                          <a:pt x="16549" y="9444"/>
                        </a:moveTo>
                        <a:cubicBezTo>
                          <a:pt x="16549" y="14638"/>
                          <a:pt x="13104" y="18848"/>
                          <a:pt x="8854" y="18848"/>
                        </a:cubicBezTo>
                        <a:cubicBezTo>
                          <a:pt x="4605" y="18848"/>
                          <a:pt x="1160" y="14638"/>
                          <a:pt x="1160" y="9444"/>
                        </a:cubicBezTo>
                        <a:cubicBezTo>
                          <a:pt x="1160" y="4250"/>
                          <a:pt x="4605" y="40"/>
                          <a:pt x="8854" y="40"/>
                        </a:cubicBezTo>
                        <a:cubicBezTo>
                          <a:pt x="13104" y="40"/>
                          <a:pt x="16549" y="4250"/>
                          <a:pt x="16549" y="9444"/>
                        </a:cubicBezTo>
                        <a:close/>
                      </a:path>
                    </a:pathLst>
                  </a:custGeom>
                  <a:solidFill>
                    <a:srgbClr val="1C5894"/>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sp>
                <p:nvSpPr>
                  <p:cNvPr id="16" name="任意多边形 17"/>
                  <p:cNvSpPr/>
                  <p:nvPr/>
                </p:nvSpPr>
                <p:spPr>
                  <a:xfrm rot="-959840">
                    <a:off x="6092424" y="1298328"/>
                    <a:ext cx="22570" cy="15047"/>
                  </a:xfrm>
                  <a:custGeom>
                    <a:avLst/>
                    <a:gdLst>
                      <a:gd name="connsiteX0" fmla="*/ 23731 w 22570"/>
                      <a:gd name="connsiteY0" fmla="*/ 7564 h 15047"/>
                      <a:gd name="connsiteX1" fmla="*/ 12445 w 22570"/>
                      <a:gd name="connsiteY1" fmla="*/ 15087 h 15047"/>
                      <a:gd name="connsiteX2" fmla="*/ 1160 w 22570"/>
                      <a:gd name="connsiteY2" fmla="*/ 7564 h 15047"/>
                      <a:gd name="connsiteX3" fmla="*/ 12445 w 22570"/>
                      <a:gd name="connsiteY3" fmla="*/ 40 h 15047"/>
                      <a:gd name="connsiteX4" fmla="*/ 23731 w 22570"/>
                      <a:gd name="connsiteY4" fmla="*/ 7564 h 15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0" h="15047">
                        <a:moveTo>
                          <a:pt x="23731" y="7564"/>
                        </a:moveTo>
                        <a:cubicBezTo>
                          <a:pt x="23731" y="11719"/>
                          <a:pt x="18678" y="15087"/>
                          <a:pt x="12445" y="15087"/>
                        </a:cubicBezTo>
                        <a:cubicBezTo>
                          <a:pt x="6213" y="15087"/>
                          <a:pt x="1160" y="11719"/>
                          <a:pt x="1160" y="7564"/>
                        </a:cubicBezTo>
                        <a:cubicBezTo>
                          <a:pt x="1160" y="3408"/>
                          <a:pt x="6213" y="40"/>
                          <a:pt x="12445" y="40"/>
                        </a:cubicBezTo>
                        <a:cubicBezTo>
                          <a:pt x="18678" y="40"/>
                          <a:pt x="23731" y="3408"/>
                          <a:pt x="23731" y="7564"/>
                        </a:cubicBezTo>
                        <a:close/>
                      </a:path>
                    </a:pathLst>
                  </a:custGeom>
                  <a:solidFill>
                    <a:srgbClr val="0A152B"/>
                  </a:solidFill>
                  <a:ln w="1708" cap="flat">
                    <a:no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702030404030204"/>
                      <a:ea typeface="汉仪雅酷黑-55W" panose="020B0504020202020204"/>
                      <a:cs typeface="+mn-cs"/>
                    </a:endParaRPr>
                  </a:p>
                </p:txBody>
              </p:sp>
            </p:grpSp>
          </p:grpSp>
          <p:sp>
            <p:nvSpPr>
              <p:cNvPr id="22" name="椭圆 21"/>
              <p:cNvSpPr/>
              <p:nvPr/>
            </p:nvSpPr>
            <p:spPr>
              <a:xfrm>
                <a:off x="2579079" y="6139583"/>
                <a:ext cx="6984021" cy="206381"/>
              </a:xfrm>
              <a:prstGeom prst="ellipse">
                <a:avLst/>
              </a:prstGeom>
              <a:solidFill>
                <a:schemeClr val="tx1">
                  <a:lumMod val="90000"/>
                  <a:lumOff val="10000"/>
                  <a:alpha val="90000"/>
                </a:schemeClr>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702030404030204"/>
                  <a:ea typeface="汉仪雅酷黑-55W" panose="020B0504020202020204"/>
                  <a:cs typeface="+mn-cs"/>
                </a:endParaRPr>
              </a:p>
            </p:txBody>
          </p:sp>
        </p:grpSp>
        <p:sp>
          <p:nvSpPr>
            <p:cNvPr id="20" name="任意多边形 4"/>
            <p:cNvSpPr/>
            <p:nvPr/>
          </p:nvSpPr>
          <p:spPr>
            <a:xfrm>
              <a:off x="4339972" y="1380905"/>
              <a:ext cx="3501797" cy="4671342"/>
            </a:xfrm>
            <a:custGeom>
              <a:avLst/>
              <a:gdLst>
                <a:gd name="connsiteX0" fmla="*/ 74692 w 3501797"/>
                <a:gd name="connsiteY0" fmla="*/ 102 h 4671342"/>
                <a:gd name="connsiteX1" fmla="*/ 3427390 w 3501797"/>
                <a:gd name="connsiteY1" fmla="*/ 102 h 4671342"/>
                <a:gd name="connsiteX2" fmla="*/ 3472188 w 3501797"/>
                <a:gd name="connsiteY2" fmla="*/ 7796 h 4671342"/>
                <a:gd name="connsiteX3" fmla="*/ 3494245 w 3501797"/>
                <a:gd name="connsiteY3" fmla="*/ 29854 h 4671342"/>
                <a:gd name="connsiteX4" fmla="*/ 3501940 w 3501797"/>
                <a:gd name="connsiteY4" fmla="*/ 74652 h 4671342"/>
                <a:gd name="connsiteX5" fmla="*/ 3501940 w 3501797"/>
                <a:gd name="connsiteY5" fmla="*/ 4596895 h 4671342"/>
                <a:gd name="connsiteX6" fmla="*/ 3494245 w 3501797"/>
                <a:gd name="connsiteY6" fmla="*/ 4641694 h 4671342"/>
                <a:gd name="connsiteX7" fmla="*/ 3472188 w 3501797"/>
                <a:gd name="connsiteY7" fmla="*/ 4663751 h 4671342"/>
                <a:gd name="connsiteX8" fmla="*/ 3427390 w 3501797"/>
                <a:gd name="connsiteY8" fmla="*/ 4671445 h 4671342"/>
                <a:gd name="connsiteX9" fmla="*/ 74692 w 3501797"/>
                <a:gd name="connsiteY9" fmla="*/ 4671445 h 4671342"/>
                <a:gd name="connsiteX10" fmla="*/ 29894 w 3501797"/>
                <a:gd name="connsiteY10" fmla="*/ 4663751 h 4671342"/>
                <a:gd name="connsiteX11" fmla="*/ 7836 w 3501797"/>
                <a:gd name="connsiteY11" fmla="*/ 4641694 h 4671342"/>
                <a:gd name="connsiteX12" fmla="*/ 142 w 3501797"/>
                <a:gd name="connsiteY12" fmla="*/ 4596895 h 4671342"/>
                <a:gd name="connsiteX13" fmla="*/ 142 w 3501797"/>
                <a:gd name="connsiteY13" fmla="*/ 74652 h 4671342"/>
                <a:gd name="connsiteX14" fmla="*/ 7836 w 3501797"/>
                <a:gd name="connsiteY14" fmla="*/ 29854 h 4671342"/>
                <a:gd name="connsiteX15" fmla="*/ 29894 w 3501797"/>
                <a:gd name="connsiteY15" fmla="*/ 7796 h 4671342"/>
                <a:gd name="connsiteX16" fmla="*/ 74692 w 3501797"/>
                <a:gd name="connsiteY16" fmla="*/ 102 h 46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01797" h="4671342">
                  <a:moveTo>
                    <a:pt x="74692" y="102"/>
                  </a:moveTo>
                  <a:lnTo>
                    <a:pt x="3427390" y="102"/>
                  </a:lnTo>
                  <a:cubicBezTo>
                    <a:pt x="3453380" y="102"/>
                    <a:pt x="3462784" y="2838"/>
                    <a:pt x="3472188" y="7796"/>
                  </a:cubicBezTo>
                  <a:cubicBezTo>
                    <a:pt x="3481592" y="12926"/>
                    <a:pt x="3489116" y="20278"/>
                    <a:pt x="3494245" y="29854"/>
                  </a:cubicBezTo>
                  <a:cubicBezTo>
                    <a:pt x="3499375" y="39429"/>
                    <a:pt x="3501940" y="48662"/>
                    <a:pt x="3501940" y="74652"/>
                  </a:cubicBezTo>
                  <a:lnTo>
                    <a:pt x="3501940" y="4596895"/>
                  </a:lnTo>
                  <a:cubicBezTo>
                    <a:pt x="3501940" y="4622885"/>
                    <a:pt x="3499204" y="4632290"/>
                    <a:pt x="3494245" y="4641694"/>
                  </a:cubicBezTo>
                  <a:cubicBezTo>
                    <a:pt x="3489287" y="4651098"/>
                    <a:pt x="3481763" y="4658621"/>
                    <a:pt x="3472188" y="4663751"/>
                  </a:cubicBezTo>
                  <a:cubicBezTo>
                    <a:pt x="3462784" y="4668880"/>
                    <a:pt x="3453380" y="4671445"/>
                    <a:pt x="3427390" y="4671445"/>
                  </a:cubicBezTo>
                  <a:lnTo>
                    <a:pt x="74692" y="4671445"/>
                  </a:lnTo>
                  <a:cubicBezTo>
                    <a:pt x="48702" y="4671445"/>
                    <a:pt x="39298" y="4668709"/>
                    <a:pt x="29894" y="4663751"/>
                  </a:cubicBezTo>
                  <a:cubicBezTo>
                    <a:pt x="20489" y="4658792"/>
                    <a:pt x="12966" y="4651269"/>
                    <a:pt x="7836" y="4641694"/>
                  </a:cubicBezTo>
                  <a:cubicBezTo>
                    <a:pt x="2707" y="4632118"/>
                    <a:pt x="142" y="4622885"/>
                    <a:pt x="142" y="4596895"/>
                  </a:cubicBezTo>
                  <a:lnTo>
                    <a:pt x="142" y="74652"/>
                  </a:lnTo>
                  <a:cubicBezTo>
                    <a:pt x="142" y="48662"/>
                    <a:pt x="2878" y="39258"/>
                    <a:pt x="7836" y="29854"/>
                  </a:cubicBezTo>
                  <a:cubicBezTo>
                    <a:pt x="12795" y="20449"/>
                    <a:pt x="20318" y="12926"/>
                    <a:pt x="29894" y="7796"/>
                  </a:cubicBezTo>
                  <a:cubicBezTo>
                    <a:pt x="39469" y="2667"/>
                    <a:pt x="48702" y="102"/>
                    <a:pt x="74692" y="102"/>
                  </a:cubicBezTo>
                  <a:close/>
                </a:path>
              </a:pathLst>
            </a:custGeom>
            <a:pattFill prst="pct5">
              <a:fgClr>
                <a:srgbClr val="E4E6EA"/>
              </a:fgClr>
              <a:bgClr>
                <a:srgbClr val="ADB5BF"/>
              </a:bgClr>
            </a:patt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702030404030204"/>
                <a:ea typeface="汉仪雅酷黑-55W" panose="020B0504020202020204"/>
                <a:cs typeface="+mn-cs"/>
              </a:endParaRPr>
            </a:p>
          </p:txBody>
        </p:sp>
      </p:grpSp>
      <p:sp>
        <p:nvSpPr>
          <p:cNvPr id="2" name="文本框 1"/>
          <p:cNvSpPr txBox="1"/>
          <p:nvPr/>
        </p:nvSpPr>
        <p:spPr>
          <a:xfrm>
            <a:off x="4094219" y="1085073"/>
            <a:ext cx="7601471" cy="1076385"/>
          </a:xfrm>
          <a:prstGeom prst="rect">
            <a:avLst/>
          </a:prstGeom>
          <a:noFill/>
        </p:spPr>
        <p:txBody>
          <a:bodyPr wrap="square" rtlCol="0">
            <a:spAutoFit/>
          </a:bodyPr>
          <a:lstStyle/>
          <a:p>
            <a:pPr marL="0" marR="0" lvl="0" indent="0" defTabSz="914400" rtl="0" eaLnBrk="1" fontAlgn="auto"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a:ln>
                  <a:noFill/>
                </a:ln>
                <a:effectLst/>
                <a:uLnTx/>
                <a:uFillTx/>
                <a:latin typeface="微软雅黑" panose="020B0503020204020204" charset="-122"/>
                <a:ea typeface="汉仪雅酷黑-55W" panose="020B0504020202020204"/>
                <a:cs typeface="微软雅黑" panose="020B0503020204020204" charset="-122"/>
              </a:rPr>
              <a:t>全国文旅局，为你心中的旷野加点热度</a:t>
            </a:r>
          </a:p>
          <a:p>
            <a:pPr marL="0" marR="0" lvl="0" indent="0" defTabSz="914400" rtl="0" eaLnBrk="1" fontAlgn="auto" latinLnBrk="0" hangingPunct="1">
              <a:lnSpc>
                <a:spcPct val="120000"/>
              </a:lnSpc>
              <a:spcBef>
                <a:spcPct val="0"/>
              </a:spcBef>
              <a:spcAft>
                <a:spcPct val="0"/>
              </a:spcAft>
              <a:buClrTx/>
              <a:buSzTx/>
              <a:buFontTx/>
              <a:buNone/>
              <a:defRPr/>
            </a:pPr>
            <a:r>
              <a:rPr kumimoji="0" lang="zh-CN" altLang="en-US" sz="3200" b="1" i="0" u="none" strike="noStrike" kern="1200" cap="none" spc="0" normalizeH="0" baseline="0" noProof="0">
                <a:ln>
                  <a:noFill/>
                </a:ln>
                <a:effectLst/>
                <a:uLnTx/>
                <a:uFillTx/>
                <a:latin typeface="微软雅黑" panose="020B0503020204020204" charset="-122"/>
                <a:ea typeface="汉仪雅酷黑-55W" panose="020B0504020202020204"/>
                <a:cs typeface="微软雅黑" panose="020B0503020204020204" charset="-122"/>
              </a:rPr>
              <a:t>引流线下，</a:t>
            </a:r>
            <a:r>
              <a:rPr kumimoji="0" lang="zh-CN" altLang="en-US" sz="3200" b="1" i="0" u="none" strike="noStrike" kern="1200" cap="none" spc="0" normalizeH="0" baseline="0" noProof="0">
                <a:ln>
                  <a:noFill/>
                </a:ln>
                <a:solidFill>
                  <a:srgbClr val="0086CD"/>
                </a:solidFill>
                <a:effectLst/>
                <a:uLnTx/>
                <a:uFillTx/>
                <a:latin typeface="微软雅黑" panose="020B0503020204020204" charset="-122"/>
                <a:ea typeface="汉仪雅酷黑-55W" panose="020B0504020202020204"/>
                <a:cs typeface="微软雅黑" panose="020B0503020204020204" charset="-122"/>
              </a:rPr>
              <a:t>广邀更多牧友</a:t>
            </a:r>
            <a:r>
              <a:rPr kumimoji="0" lang="zh-CN" altLang="en-US" sz="3200" b="1" i="0" u="none" strike="noStrike" kern="1200" cap="none" spc="0" normalizeH="0" baseline="0" noProof="0">
                <a:ln>
                  <a:noFill/>
                </a:ln>
                <a:effectLst/>
                <a:uLnTx/>
                <a:uFillTx/>
                <a:latin typeface="微软雅黑" panose="020B0503020204020204" charset="-122"/>
                <a:ea typeface="汉仪雅酷黑-55W" panose="020B0504020202020204"/>
                <a:cs typeface="微软雅黑" panose="020B0503020204020204" charset="-122"/>
              </a:rPr>
              <a:t>“交个朋友”</a:t>
            </a:r>
          </a:p>
        </p:txBody>
      </p:sp>
      <p:sp>
        <p:nvSpPr>
          <p:cNvPr id="3" name="矩形 2"/>
          <p:cNvSpPr/>
          <p:nvPr/>
        </p:nvSpPr>
        <p:spPr>
          <a:xfrm>
            <a:off x="4066540" y="5205848"/>
            <a:ext cx="7966710" cy="1061381"/>
          </a:xfrm>
          <a:prstGeom prst="rect">
            <a:avLst/>
          </a:prstGeom>
        </p:spPr>
        <p:txBody>
          <a:bodyPr wrap="square">
            <a:spAutoFit/>
          </a:bodyPr>
          <a:lstStyle/>
          <a:p>
            <a:pPr marL="342900" marR="0" lvl="0" indent="-342900" algn="l" defTabSz="914400" rtl="0" eaLnBrk="1" fontAlgn="auto" latinLnBrk="0" hangingPunct="1">
              <a:lnSpc>
                <a:spcPct val="120000"/>
              </a:lnSpc>
              <a:spcBef>
                <a:spcPct val="0"/>
              </a:spcBef>
              <a:spcAft>
                <a:spcPct val="0"/>
              </a:spcAft>
              <a:buClr>
                <a:srgbClr val="000000"/>
              </a:buClr>
              <a:buSzTx/>
              <a:buFont typeface="Wingdings" panose="05000000000000000000" charset="0"/>
              <a:buChar char=""/>
              <a:defRPr/>
            </a:pPr>
            <a:r>
              <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汉仪雅酷黑-55W" panose="020B0504020202020204"/>
                <a:cs typeface="微软雅黑" panose="020B0503020204020204" charset="-122"/>
                <a:sym typeface="+mn-ea"/>
              </a:rPr>
              <a:t>邀请“网红”文旅局局长 </a:t>
            </a:r>
            <a:r>
              <a:rPr kumimoji="0" lang="en-US" altLang="zh-CN" sz="1800" b="0" i="0" u="none" strike="noStrike" kern="1200" cap="none" spc="0" normalizeH="0" baseline="0" noProof="0">
                <a:ln>
                  <a:noFill/>
                </a:ln>
                <a:solidFill>
                  <a:srgbClr val="00B0F0"/>
                </a:solidFill>
                <a:effectLst/>
                <a:uLnTx/>
                <a:uFillTx/>
                <a:latin typeface="微软雅黑" panose="020B0503020204020204" charset="-122"/>
                <a:ea typeface="汉仪雅酷黑-55W" panose="020B0504020202020204"/>
                <a:cs typeface="微软雅黑" panose="020B0503020204020204" charset="-122"/>
                <a:sym typeface="+mn-ea"/>
              </a:rPr>
              <a:t>#</a:t>
            </a:r>
            <a:r>
              <a:rPr kumimoji="0" lang="zh-CN" altLang="en-US" sz="1800" b="0" i="0" u="none" strike="noStrike" kern="1200" cap="none" spc="0" normalizeH="0" baseline="0" noProof="0">
                <a:ln>
                  <a:noFill/>
                </a:ln>
                <a:solidFill>
                  <a:srgbClr val="00B0F0"/>
                </a:solidFill>
                <a:effectLst/>
                <a:uLnTx/>
                <a:uFillTx/>
                <a:latin typeface="微软雅黑" panose="020B0503020204020204" charset="-122"/>
                <a:ea typeface="汉仪雅酷黑-55W" panose="020B0504020202020204"/>
                <a:cs typeface="微软雅黑" panose="020B0503020204020204" charset="-122"/>
                <a:sym typeface="+mn-ea"/>
              </a:rPr>
              <a:t>我为家乡加点油</a:t>
            </a:r>
            <a:r>
              <a:rPr kumimoji="0" lang="en-US" altLang="zh-CN" sz="1800" b="0" i="0" u="none" strike="noStrike" kern="1200" cap="none" spc="0" normalizeH="0" baseline="0" noProof="0">
                <a:ln>
                  <a:noFill/>
                </a:ln>
                <a:solidFill>
                  <a:srgbClr val="00B0F0"/>
                </a:solidFill>
                <a:effectLst/>
                <a:uLnTx/>
                <a:uFillTx/>
                <a:latin typeface="微软雅黑" panose="020B0503020204020204" charset="-122"/>
                <a:ea typeface="汉仪雅酷黑-55W" panose="020B0504020202020204"/>
                <a:cs typeface="微软雅黑" panose="020B0503020204020204" charset="-122"/>
                <a:sym typeface="+mn-ea"/>
              </a:rPr>
              <a:t>#</a:t>
            </a:r>
            <a:r>
              <a:rPr kumimoji="0" lang="en-US" altLang="zh-CN" sz="1800" b="1" i="0" u="none" strike="noStrike" kern="1200" cap="none" spc="0" normalizeH="0" baseline="0" noProof="0">
                <a:ln>
                  <a:noFill/>
                </a:ln>
                <a:solidFill>
                  <a:srgbClr val="00B0F0"/>
                </a:solidFill>
                <a:effectLst/>
                <a:uLnTx/>
                <a:uFillTx/>
                <a:latin typeface="微软雅黑" panose="020B0503020204020204" charset="-122"/>
                <a:ea typeface="汉仪雅酷黑-55W" panose="020B0504020202020204"/>
                <a:cs typeface="微软雅黑" panose="020B0503020204020204" charset="-122"/>
                <a:sym typeface="+mn-ea"/>
              </a:rPr>
              <a:t>  </a:t>
            </a:r>
            <a:r>
              <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汉仪雅酷黑-55W" panose="020B0504020202020204"/>
                <a:cs typeface="微软雅黑" panose="020B0503020204020204" charset="-122"/>
                <a:sym typeface="+mn-ea"/>
              </a:rPr>
              <a:t>活动内容；</a:t>
            </a:r>
          </a:p>
          <a:p>
            <a:pPr marL="342900" marR="0" lvl="0" indent="-342900" algn="l" defTabSz="914400" rtl="0" eaLnBrk="1" fontAlgn="auto" latinLnBrk="0" hangingPunct="1">
              <a:lnSpc>
                <a:spcPct val="120000"/>
              </a:lnSpc>
              <a:spcBef>
                <a:spcPct val="0"/>
              </a:spcBef>
              <a:spcAft>
                <a:spcPct val="0"/>
              </a:spcAft>
              <a:buClr>
                <a:srgbClr val="000000"/>
              </a:buClr>
              <a:buSzTx/>
              <a:buFont typeface="Wingdings" panose="05000000000000000000" charset="0"/>
              <a:buChar char=""/>
              <a:defRPr/>
            </a:pPr>
            <a:r>
              <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汉仪雅酷黑-55W" panose="020B0504020202020204"/>
                <a:cs typeface="微软雅黑" panose="020B0503020204020204" charset="-122"/>
                <a:sym typeface="+mn-ea"/>
              </a:rPr>
              <a:t>邀请更多的网友一起参与讨论，引流各地线下参与活动，更有机会获得伊利牧场随时掉落的</a:t>
            </a:r>
            <a:r>
              <a:rPr lang="zh-CN" altLang="en-US">
                <a:solidFill>
                  <a:srgbClr val="00B0F0"/>
                </a:solidFill>
                <a:latin typeface="微软雅黑" panose="020B0503020204020204" charset="-122"/>
                <a:ea typeface="汉仪雅酷黑-55W" panose="020B0504020202020204"/>
                <a:sym typeface="+mn-ea"/>
              </a:rPr>
              <a:t>地区限定车牌装产品、古尔邦节</a:t>
            </a:r>
            <a:r>
              <a:rPr lang="en-US" altLang="zh-CN">
                <a:solidFill>
                  <a:srgbClr val="00B0F0"/>
                </a:solidFill>
                <a:latin typeface="微软雅黑" panose="020B0503020204020204" charset="-122"/>
                <a:ea typeface="汉仪雅酷黑-55W" panose="020B0504020202020204"/>
                <a:sym typeface="+mn-ea"/>
              </a:rPr>
              <a:t>/</a:t>
            </a:r>
            <a:r>
              <a:rPr lang="zh-CN" altLang="en-US">
                <a:solidFill>
                  <a:srgbClr val="00B0F0"/>
                </a:solidFill>
                <a:latin typeface="微软雅黑" panose="020B0503020204020204" charset="-122"/>
                <a:ea typeface="汉仪雅酷黑-55W" panose="020B0504020202020204"/>
                <a:sym typeface="+mn-ea"/>
              </a:rPr>
              <a:t>那达慕大会之旅；</a:t>
            </a:r>
          </a:p>
        </p:txBody>
      </p:sp>
      <p:pic>
        <p:nvPicPr>
          <p:cNvPr id="8" name="图片 7" descr="IMG_4625"/>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768985" y="1639570"/>
            <a:ext cx="2804160" cy="4589780"/>
          </a:xfrm>
          <a:prstGeom prst="rect">
            <a:avLst/>
          </a:prstGeom>
        </p:spPr>
      </p:pic>
      <p:sp>
        <p:nvSpPr>
          <p:cNvPr id="18" name="矩形标注 17"/>
          <p:cNvSpPr/>
          <p:nvPr/>
        </p:nvSpPr>
        <p:spPr>
          <a:xfrm>
            <a:off x="3948430" y="3543048"/>
            <a:ext cx="7967345" cy="906411"/>
          </a:xfrm>
          <a:prstGeom prst="wedgeRectCallout">
            <a:avLst>
              <a:gd name="adj1" fmla="val -33756"/>
              <a:gd name="adj2" fmla="val 68344"/>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10000"/>
              </a:lnSpc>
              <a:spcBef>
                <a:spcPct val="0"/>
              </a:spcBef>
              <a:spcAft>
                <a:spcPct val="0"/>
              </a:spcAft>
              <a:buClr>
                <a:srgbClr val="0086CD"/>
              </a:buClr>
              <a:buSzTx/>
              <a:buFont typeface="Arial" panose="020B0604020202090204" pitchFamily="34" charset="0"/>
              <a:buChar char="•"/>
              <a:defRPr/>
            </a:pP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微软雅黑" panose="020B0503020204020204" charset="-122"/>
                <a:sym typeface="+mn-ea"/>
              </a:rPr>
              <a:t>“网红”文旅局局长们以直播的形式，</a:t>
            </a: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连线</a:t>
            </a:r>
            <a:r>
              <a:rPr kumimoji="0" lang="en-US" altLang="zh-CN"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PK</a:t>
            </a: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形式为自家旅游热打</a:t>
            </a:r>
            <a:r>
              <a:rPr kumimoji="0" lang="en-US" altLang="zh-CN"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call</a:t>
            </a: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，卷出新高度</a:t>
            </a:r>
            <a:endParaRPr lang="en-US" altLang="zh-CN" sz="1600">
              <a:solidFill>
                <a:prstClr val="white"/>
              </a:solidFill>
              <a:effectLst>
                <a:outerShdw blurRad="38100" dist="38100" dir="2700000" algn="tl">
                  <a:srgbClr val="000000">
                    <a:alpha val="43137"/>
                  </a:srgbClr>
                </a:outerShdw>
              </a:effectLst>
              <a:latin typeface="Calibri" panose="020F0702030404030204"/>
              <a:ea typeface="汉仪雅酷黑-55W" panose="020B0504020202020204"/>
              <a:sym typeface="+mn-ea"/>
            </a:endParaRPr>
          </a:p>
          <a:p>
            <a:pPr marL="285750" marR="0" lvl="0" indent="-285750" algn="l" defTabSz="914400" rtl="0" eaLnBrk="1" fontAlgn="auto" latinLnBrk="0" hangingPunct="1">
              <a:lnSpc>
                <a:spcPct val="110000"/>
              </a:lnSpc>
              <a:spcBef>
                <a:spcPct val="0"/>
              </a:spcBef>
              <a:spcAft>
                <a:spcPct val="0"/>
              </a:spcAft>
              <a:buClr>
                <a:srgbClr val="0086CD"/>
              </a:buClr>
              <a:buSzTx/>
              <a:buFont typeface="Arial" panose="020B0604020202090204" pitchFamily="34" charset="0"/>
              <a:buChar char="•"/>
              <a:defRPr/>
            </a:pPr>
            <a:r>
              <a:rPr lang="zh-CN" altLang="en-US" sz="1600">
                <a:solidFill>
                  <a:prstClr val="white"/>
                </a:solidFill>
                <a:effectLst>
                  <a:outerShdw blurRad="38100" dist="38100" dir="2700000" algn="tl">
                    <a:srgbClr val="000000">
                      <a:alpha val="43137"/>
                    </a:srgbClr>
                  </a:outerShdw>
                </a:effectLst>
                <a:latin typeface="Calibri" panose="020F0702030404030204"/>
                <a:ea typeface="汉仪雅酷黑-55W" panose="020B0504020202020204"/>
                <a:sym typeface="+mn-ea"/>
              </a:rPr>
              <a:t>伊利牧场</a:t>
            </a: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入驻直播间，分数高的城市会有伊利牧场抽取当地</a:t>
            </a:r>
            <a:r>
              <a:rPr kumimoji="0" lang="en-US" altLang="zh-CN"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100</a:t>
            </a:r>
            <a:r>
              <a:rPr kumimoji="0" lang="zh-CN" altLang="en-US" sz="16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702030404030204"/>
                <a:ea typeface="汉仪雅酷黑-55W" panose="020B0504020202020204"/>
                <a:cs typeface="+mn-cs"/>
                <a:sym typeface="+mn-ea"/>
              </a:rPr>
              <a:t>位群众，送上限定产品</a:t>
            </a:r>
          </a:p>
        </p:txBody>
      </p:sp>
      <p:pic>
        <p:nvPicPr>
          <p:cNvPr id="57" name="图片 56" descr="IMG_4629"/>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9965055" y="2279256"/>
            <a:ext cx="2032635" cy="689610"/>
          </a:xfrm>
          <a:prstGeom prst="roundRect">
            <a:avLst/>
          </a:prstGeom>
        </p:spPr>
      </p:pic>
      <p:pic>
        <p:nvPicPr>
          <p:cNvPr id="58" name="图片 57" descr="IMG_4628"/>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962265" y="2272906"/>
            <a:ext cx="1922780" cy="701040"/>
          </a:xfrm>
          <a:prstGeom prst="roundRect">
            <a:avLst/>
          </a:prstGeom>
        </p:spPr>
      </p:pic>
      <p:pic>
        <p:nvPicPr>
          <p:cNvPr id="59" name="图片 58" descr="IMG_4627"/>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5941695" y="2272906"/>
            <a:ext cx="1953260" cy="712470"/>
          </a:xfrm>
          <a:prstGeom prst="roundRect">
            <a:avLst/>
          </a:prstGeom>
        </p:spPr>
      </p:pic>
      <p:pic>
        <p:nvPicPr>
          <p:cNvPr id="60" name="图片 59" descr="IMG_4626"/>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3908425" y="2272271"/>
            <a:ext cx="1953260" cy="713105"/>
          </a:xfrm>
          <a:prstGeom prst="roundRect">
            <a:avLst/>
          </a:prstGeom>
        </p:spPr>
      </p:pic>
      <p:sp>
        <p:nvSpPr>
          <p:cNvPr id="62" name="文本框 61"/>
          <p:cNvSpPr txBox="1"/>
          <p:nvPr/>
        </p:nvSpPr>
        <p:spPr>
          <a:xfrm>
            <a:off x="3793807" y="3073252"/>
            <a:ext cx="8276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1" u="none" strike="noStrike" kern="1200" cap="none" spc="0" normalizeH="0" baseline="0" noProof="0">
                <a:ln>
                  <a:noFill/>
                </a:ln>
                <a:solidFill>
                  <a:prstClr val="black"/>
                </a:solidFill>
                <a:effectLst/>
                <a:uLnTx/>
                <a:uFillTx/>
                <a:latin typeface="微软雅黑" panose="020B0503020204020204" charset="-122"/>
                <a:ea typeface="汉仪雅酷黑-55W" panose="020B0504020202020204"/>
                <a:cs typeface="微软雅黑" panose="020B0503020204020204" charset="-122"/>
              </a:rPr>
              <a:t>携手新疆、</a:t>
            </a:r>
            <a:r>
              <a:rPr lang="zh-CN" altLang="en-US" b="1" i="1">
                <a:solidFill>
                  <a:prstClr val="black"/>
                </a:solidFill>
                <a:latin typeface="微软雅黑" panose="020B0503020204020204" charset="-122"/>
                <a:ea typeface="汉仪雅酷黑-55W" panose="020B0504020202020204"/>
                <a:cs typeface="微软雅黑" panose="020B0503020204020204" charset="-122"/>
              </a:rPr>
              <a:t>内蒙古等</a:t>
            </a:r>
            <a:r>
              <a:rPr kumimoji="0" lang="zh-CN" altLang="en-US" sz="1800" b="1" i="1" u="none" strike="noStrike" kern="1200" cap="none" spc="0" normalizeH="0" baseline="0" noProof="0">
                <a:ln>
                  <a:noFill/>
                </a:ln>
                <a:solidFill>
                  <a:prstClr val="black"/>
                </a:solidFill>
                <a:effectLst/>
                <a:uLnTx/>
                <a:uFillTx/>
                <a:latin typeface="微软雅黑" panose="020B0503020204020204" charset="-122"/>
                <a:ea typeface="汉仪雅酷黑-55W" panose="020B0504020202020204"/>
                <a:cs typeface="微软雅黑" panose="020B0503020204020204" charset="-122"/>
              </a:rPr>
              <a:t>城市的“网红”文旅局局长，在抖音平台形成传播聚集效应</a:t>
            </a:r>
          </a:p>
        </p:txBody>
      </p:sp>
      <p:sp>
        <p:nvSpPr>
          <p:cNvPr id="63" name="文本框 62"/>
          <p:cNvSpPr txBox="1"/>
          <p:nvPr/>
        </p:nvSpPr>
        <p:spPr>
          <a:xfrm>
            <a:off x="5669915" y="4540899"/>
            <a:ext cx="6245860" cy="583565"/>
          </a:xfrm>
          <a:prstGeom prst="rect">
            <a:avLst/>
          </a:prstGeom>
          <a:noFill/>
        </p:spPr>
        <p:txBody>
          <a:bodyPr wrap="square" rtlCol="0">
            <a:spAutoFit/>
          </a:body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solidFill>
                    <a:srgbClr val="0086CD"/>
                  </a:solidFill>
                </a:ln>
                <a:solidFill>
                  <a:prstClr val="white"/>
                </a:solidFill>
                <a:effectLst/>
                <a:uLnTx/>
                <a:uFillTx/>
                <a:latin typeface="微软雅黑" panose="020B0503020204020204" charset="-122"/>
                <a:ea typeface="汉仪雅酷黑-55W" panose="020B0504020202020204"/>
                <a:cs typeface="微软雅黑" panose="020B0503020204020204" charset="-122"/>
              </a:rPr>
              <a:t>以“地缘性”凝聚大众的注意力</a:t>
            </a:r>
          </a:p>
        </p:txBody>
      </p:sp>
      <p:grpSp>
        <p:nvGrpSpPr>
          <p:cNvPr id="29" name="组合 28"/>
          <p:cNvGrpSpPr/>
          <p:nvPr/>
        </p:nvGrpSpPr>
        <p:grpSpPr>
          <a:xfrm>
            <a:off x="944415" y="1787933"/>
            <a:ext cx="2146647" cy="681027"/>
            <a:chOff x="2205933" y="264139"/>
            <a:chExt cx="2691043" cy="853737"/>
          </a:xfrm>
        </p:grpSpPr>
        <p:pic>
          <p:nvPicPr>
            <p:cNvPr id="68" name="图片 67" descr="1c19a8ec8e68ae014d6c3638051ebbde"/>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313411" y="408940"/>
              <a:ext cx="583565" cy="583565"/>
            </a:xfrm>
            <a:prstGeom prst="ellipse">
              <a:avLst/>
            </a:prstGeom>
          </p:spPr>
        </p:pic>
        <p:sp>
          <p:nvSpPr>
            <p:cNvPr id="7" name="乘号 6"/>
            <p:cNvSpPr/>
            <p:nvPr/>
          </p:nvSpPr>
          <p:spPr>
            <a:xfrm>
              <a:off x="3356739" y="264139"/>
              <a:ext cx="853737" cy="853737"/>
            </a:xfrm>
            <a:prstGeom prst="mathMultiply">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pic>
          <p:nvPicPr>
            <p:cNvPr id="13" name="图片 12" descr="卡通人物&#10;&#10;描述已自动生成"/>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205933" y="264139"/>
              <a:ext cx="1273449" cy="811731"/>
            </a:xfrm>
            <a:prstGeom prst="rect">
              <a:avLst/>
            </a:prstGeom>
          </p:spPr>
        </p:pic>
      </p:grpSp>
      <p:sp>
        <p:nvSpPr>
          <p:cNvPr id="17" name="文本框 16"/>
          <p:cNvSpPr txBox="1"/>
          <p:nvPr/>
        </p:nvSpPr>
        <p:spPr>
          <a:xfrm>
            <a:off x="483056" y="422241"/>
            <a:ext cx="2685594" cy="398780"/>
          </a:xfrm>
          <a:prstGeom prst="rect">
            <a:avLst/>
          </a:prstGeom>
          <a:noFill/>
        </p:spPr>
        <p:txBody>
          <a:bodyPr wrap="square" rtlCol="0">
            <a:spAutoFit/>
          </a:bodyPr>
          <a:lstStyle>
            <a:defPPr>
              <a:defRPr lang="pt-BR"/>
            </a:defPPr>
            <a:lvl1pPr>
              <a:defRPr kumimoji="1" sz="2400" i="1">
                <a:solidFill>
                  <a:schemeClr val="bg1">
                    <a:lumMod val="95000"/>
                  </a:schemeClr>
                </a:solidFill>
                <a:latin typeface="微软雅黑 Light" panose="020B0502040204020203" pitchFamily="34" charset="-122"/>
                <a:ea typeface="微软雅黑 Light" panose="020B0502040204020203" pitchFamily="34" charset="-122"/>
                <a:cs typeface="微软雅黑 Light" panose="020B0502040204020203" pitchFamily="34"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1" lang="en-US" altLang="zh-CN" sz="2000" b="0" i="1" u="none" strike="noStrike" kern="1200" cap="none" spc="30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rPr>
              <a:t>—</a:t>
            </a:r>
            <a:r>
              <a:rPr kumimoji="1" lang="en-US" altLang="zh-CN" sz="2000" b="0" i="1" u="none" strike="noStrike" kern="1200" cap="none" spc="300" normalizeH="0" baseline="0" noProof="0">
                <a:ln>
                  <a:noFill/>
                </a:ln>
                <a:solidFill>
                  <a:prstClr val="black"/>
                </a:solidFill>
                <a:effectLst/>
                <a:uLnTx/>
                <a:uFillTx/>
              </a:rPr>
              <a:t>Step 1.</a:t>
            </a:r>
            <a:r>
              <a:rPr kumimoji="1" lang="zh-CN" altLang="en-US" sz="2000" b="0" i="1" u="none" strike="noStrike" kern="1200" cap="none" spc="300" normalizeH="0" baseline="0" noProof="0">
                <a:ln>
                  <a:noFill/>
                </a:ln>
                <a:solidFill>
                  <a:prstClr val="black"/>
                </a:solidFill>
                <a:effectLst/>
                <a:uLnTx/>
                <a:uFillTx/>
              </a:rPr>
              <a:t>一</a:t>
            </a:r>
            <a:endParaRPr kumimoji="1" lang="en-US" altLang="zh-CN" sz="2000" b="0" i="1" u="none" strike="noStrike" kern="1200" cap="none" spc="300" normalizeH="0" baseline="0" noProof="0">
              <a:ln>
                <a:noFill/>
              </a:ln>
              <a:solidFill>
                <a:prstClr val="black"/>
              </a:solidFill>
              <a:effectLst/>
              <a:uLnTx/>
              <a:uFillTx/>
              <a:latin typeface="微软雅黑 Light" panose="020B0502040204020203" pitchFamily="34" charset="-122"/>
              <a:ea typeface="微软雅黑 Light" panose="020B0502040204020203" pitchFamily="34" charset="-122"/>
            </a:endParaRPr>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 y="-2306"/>
            <a:ext cx="12192000" cy="6860306"/>
          </a:xfrm>
          <a:prstGeom prst="rect">
            <a:avLst/>
          </a:prstGeom>
        </p:spPr>
      </p:pic>
      <p:sp>
        <p:nvSpPr>
          <p:cNvPr id="21" name="矩形 20"/>
          <p:cNvSpPr/>
          <p:nvPr/>
        </p:nvSpPr>
        <p:spPr>
          <a:xfrm>
            <a:off x="0" y="1"/>
            <a:ext cx="12173905" cy="6858000"/>
          </a:xfrm>
          <a:prstGeom prst="rect">
            <a:avLst/>
          </a:prstGeom>
          <a:gradFill>
            <a:gsLst>
              <a:gs pos="50000">
                <a:schemeClr val="tx1">
                  <a:alpha val="4000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4" name="Rectangle 3"/>
          <p:cNvSpPr/>
          <p:nvPr/>
        </p:nvSpPr>
        <p:spPr>
          <a:xfrm>
            <a:off x="0" y="1524633"/>
            <a:ext cx="10972799" cy="4069989"/>
          </a:xfrm>
          <a:prstGeom prst="rect">
            <a:avLst/>
          </a:prstGeom>
          <a:solidFill>
            <a:srgbClr val="0086CD">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Lato" panose="020F0502020204030203" pitchFamily="34" charset="0"/>
            </a:endParaRPr>
          </a:p>
        </p:txBody>
      </p:sp>
      <p:sp>
        <p:nvSpPr>
          <p:cNvPr id="5" name="文本框 4"/>
          <p:cNvSpPr txBox="1"/>
          <p:nvPr/>
        </p:nvSpPr>
        <p:spPr>
          <a:xfrm>
            <a:off x="480695" y="2018030"/>
            <a:ext cx="10331450" cy="2339102"/>
          </a:xfrm>
          <a:prstGeom prst="rect">
            <a:avLst/>
          </a:prstGeom>
          <a:noFill/>
          <a:effectLst>
            <a:outerShdw blurRad="50800" dist="38100" dir="5400000" algn="t" rotWithShape="0">
              <a:prstClr val="black">
                <a:alpha val="40000"/>
              </a:prstClr>
            </a:outerShdw>
          </a:effectLst>
        </p:spPr>
        <p:txBody>
          <a:bodyPr wrap="square" rtlCol="0">
            <a:spAutoFit/>
          </a:bodyPr>
          <a:lstStyle/>
          <a:p>
            <a:pPr marL="0" marR="0" lvl="0" indent="0" algn="l" defTabSz="457200" rtl="0" eaLnBrk="1" fontAlgn="auto" latinLnBrk="0" hangingPunct="1">
              <a:lnSpc>
                <a:spcPct val="170000"/>
              </a:lnSpc>
              <a:spcBef>
                <a:spcPct val="0"/>
              </a:spcBef>
              <a:spcAft>
                <a:spcPct val="0"/>
              </a:spcAft>
              <a:buClrTx/>
              <a:buSzTx/>
              <a:buFontTx/>
              <a:buNone/>
              <a:defRPr/>
            </a:pPr>
            <a:r>
              <a:rPr kumimoji="0" lang="en-US" altLang="zh-CN" sz="4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rPr>
              <a:t>02 </a:t>
            </a:r>
            <a:r>
              <a:rPr kumimoji="0" lang="zh-CN" altLang="en-US"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rPr>
              <a:t>线上联动 全网发酵</a:t>
            </a:r>
            <a:endParaRPr kumimoji="0" lang="en-US" altLang="zh-CN"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endParaRPr>
          </a:p>
          <a:p>
            <a:pPr marL="0" marR="0" lvl="0" indent="0" algn="l" defTabSz="457200" rtl="0" eaLnBrk="1" fontAlgn="auto" latinLnBrk="0" hangingPunct="1">
              <a:lnSpc>
                <a:spcPct val="170000"/>
              </a:lnSpc>
              <a:spcBef>
                <a:spcPct val="0"/>
              </a:spcBef>
              <a:spcAft>
                <a:spcPct val="0"/>
              </a:spcAft>
              <a:buClrTx/>
              <a:buSzTx/>
              <a:buFontTx/>
              <a:buNone/>
              <a:defRPr/>
            </a:pPr>
            <a:endParaRPr kumimoji="0" lang="en-US" altLang="zh-CN"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endParaRPr>
          </a:p>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4400" b="0" i="0" u="none" strike="noStrike" kern="1200" cap="none" spc="600" normalizeH="0" baseline="0" noProof="0">
                <a:ln>
                  <a:solidFill>
                    <a:prstClr val="white"/>
                  </a:solidFill>
                </a:ln>
                <a:solidFill>
                  <a:srgbClr val="1F74AD"/>
                </a:solidFill>
                <a:uLnTx/>
                <a:uFillTx/>
                <a:latin typeface="微软雅黑" panose="020B0503020204020204" charset="-122"/>
                <a:ea typeface="汉仪雅酷黑-55W" panose="020B0504020202020204"/>
                <a:cs typeface="+mn-cs"/>
                <a:sym typeface="+mn-ea"/>
              </a:rPr>
              <a:t>和旷野宝藏出行图来场攻略</a:t>
            </a:r>
          </a:p>
        </p:txBody>
      </p:sp>
      <p:cxnSp>
        <p:nvCxnSpPr>
          <p:cNvPr id="6" name="直线连接符 6"/>
          <p:cNvCxnSpPr/>
          <p:nvPr/>
        </p:nvCxnSpPr>
        <p:spPr>
          <a:xfrm>
            <a:off x="559019" y="4357277"/>
            <a:ext cx="9481185" cy="37465"/>
          </a:xfrm>
          <a:prstGeom prst="line">
            <a:avLst/>
          </a:prstGeom>
          <a:ln>
            <a:solidFill>
              <a:schemeClr val="bg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46760" y="4525645"/>
            <a:ext cx="6047740" cy="338554"/>
          </a:xfrm>
          <a:prstGeom prst="rect">
            <a:avLst/>
          </a:prstGeom>
        </p:spPr>
        <p:txBody>
          <a:bodyPr wrap="square">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微软雅黑" panose="020B0503020204020204" charset="-122"/>
              </a:rPr>
              <a:t>打造更全面的文旅链接，全网覆盖发酵事件内容</a:t>
            </a:r>
          </a:p>
        </p:txBody>
      </p:sp>
      <p:sp>
        <p:nvSpPr>
          <p:cNvPr id="12" name="箭头: V 形 11"/>
          <p:cNvSpPr/>
          <p:nvPr/>
        </p:nvSpPr>
        <p:spPr>
          <a:xfrm>
            <a:off x="8800084" y="3865706"/>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
        <p:nvSpPr>
          <p:cNvPr id="13" name="箭头: V 形 12"/>
          <p:cNvSpPr/>
          <p:nvPr/>
        </p:nvSpPr>
        <p:spPr>
          <a:xfrm>
            <a:off x="9160175" y="3865706"/>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cxnSp>
        <p:nvCxnSpPr>
          <p:cNvPr id="16" name="直接连接符 15"/>
          <p:cNvCxnSpPr/>
          <p:nvPr/>
        </p:nvCxnSpPr>
        <p:spPr>
          <a:xfrm flipH="1">
            <a:off x="11137900" y="5905500"/>
            <a:ext cx="1038056" cy="9525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11480800" y="6200775"/>
            <a:ext cx="716259" cy="65722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517" y="1"/>
            <a:ext cx="2176097" cy="3429000"/>
          </a:xfrm>
          <a:prstGeom prst="rect">
            <a:avLst/>
          </a:prstGeom>
        </p:spPr>
      </p:pic>
      <p:pic>
        <p:nvPicPr>
          <p:cNvPr id="15" name="图片 1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19014" y="-1"/>
            <a:ext cx="2118091" cy="3429001"/>
          </a:xfrm>
          <a:prstGeom prst="rect">
            <a:avLst/>
          </a:prstGeom>
        </p:spPr>
      </p:pic>
      <p:pic>
        <p:nvPicPr>
          <p:cNvPr id="17" name="图片 16"/>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78346" y="-25402"/>
            <a:ext cx="2057636" cy="3454401"/>
          </a:xfrm>
          <a:prstGeom prst="rect">
            <a:avLst/>
          </a:prstGeom>
        </p:spPr>
      </p:pic>
      <p:pic>
        <p:nvPicPr>
          <p:cNvPr id="19" name="图片 18"/>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489560" y="35053"/>
            <a:ext cx="2059115" cy="3393948"/>
          </a:xfrm>
          <a:prstGeom prst="rect">
            <a:avLst/>
          </a:prstGeom>
        </p:spPr>
      </p:pic>
      <p:pic>
        <p:nvPicPr>
          <p:cNvPr id="21" name="图片 20"/>
          <p:cNvPicPr>
            <a:picLocks noChangeAspect="1"/>
          </p:cNvPicPr>
          <p:nvPr/>
        </p:nvPicPr>
        <p:blipFill>
          <a:blip r:embed="rId8"/>
          <a:stretch>
            <a:fillRect/>
          </a:stretch>
        </p:blipFill>
        <p:spPr>
          <a:xfrm>
            <a:off x="8548675" y="35054"/>
            <a:ext cx="2284425" cy="3423456"/>
          </a:xfrm>
          <a:prstGeom prst="rect">
            <a:avLst/>
          </a:prstGeom>
        </p:spPr>
      </p:pic>
      <p:pic>
        <p:nvPicPr>
          <p:cNvPr id="23" name="图片 22"/>
          <p:cNvPicPr>
            <a:picLocks noChangeAspect="1"/>
          </p:cNvPicPr>
          <p:nvPr/>
        </p:nvPicPr>
        <p:blipFill>
          <a:blip r:embed="rId9"/>
          <a:stretch>
            <a:fillRect/>
          </a:stretch>
        </p:blipFill>
        <p:spPr>
          <a:xfrm>
            <a:off x="10833100" y="35053"/>
            <a:ext cx="2311625" cy="3393946"/>
          </a:xfrm>
          <a:prstGeom prst="rect">
            <a:avLst/>
          </a:prstGeom>
        </p:spPr>
      </p:pic>
      <p:pic>
        <p:nvPicPr>
          <p:cNvPr id="25" name="图片 24"/>
          <p:cNvPicPr>
            <a:picLocks noChangeAspect="1"/>
          </p:cNvPicPr>
          <p:nvPr/>
        </p:nvPicPr>
        <p:blipFill>
          <a:blip r:embed="rId10"/>
          <a:stretch>
            <a:fillRect/>
          </a:stretch>
        </p:blipFill>
        <p:spPr>
          <a:xfrm>
            <a:off x="1" y="3429000"/>
            <a:ext cx="2219014" cy="3463984"/>
          </a:xfrm>
          <a:prstGeom prst="rect">
            <a:avLst/>
          </a:prstGeom>
        </p:spPr>
      </p:pic>
      <p:pic>
        <p:nvPicPr>
          <p:cNvPr id="27" name="图片 26"/>
          <p:cNvPicPr>
            <a:picLocks noChangeAspect="1"/>
          </p:cNvPicPr>
          <p:nvPr/>
        </p:nvPicPr>
        <p:blipFill>
          <a:blip r:embed="rId11"/>
          <a:stretch>
            <a:fillRect/>
          </a:stretch>
        </p:blipFill>
        <p:spPr>
          <a:xfrm>
            <a:off x="2210216" y="3428999"/>
            <a:ext cx="2270401" cy="3463984"/>
          </a:xfrm>
          <a:prstGeom prst="rect">
            <a:avLst/>
          </a:prstGeom>
        </p:spPr>
      </p:pic>
      <p:pic>
        <p:nvPicPr>
          <p:cNvPr id="29" name="图片 28"/>
          <p:cNvPicPr>
            <a:picLocks noChangeAspect="1"/>
          </p:cNvPicPr>
          <p:nvPr/>
        </p:nvPicPr>
        <p:blipFill>
          <a:blip r:embed="rId12"/>
          <a:stretch>
            <a:fillRect/>
          </a:stretch>
        </p:blipFill>
        <p:spPr>
          <a:xfrm>
            <a:off x="4493147" y="3426093"/>
            <a:ext cx="2135339" cy="3440946"/>
          </a:xfrm>
          <a:prstGeom prst="rect">
            <a:avLst/>
          </a:prstGeom>
        </p:spPr>
      </p:pic>
      <p:pic>
        <p:nvPicPr>
          <p:cNvPr id="31" name="图片 30"/>
          <p:cNvPicPr>
            <a:picLocks noChangeAspect="1"/>
          </p:cNvPicPr>
          <p:nvPr/>
        </p:nvPicPr>
        <p:blipFill>
          <a:blip r:embed="rId13"/>
          <a:stretch>
            <a:fillRect/>
          </a:stretch>
        </p:blipFill>
        <p:spPr>
          <a:xfrm>
            <a:off x="6609030" y="3405007"/>
            <a:ext cx="2359933" cy="3392830"/>
          </a:xfrm>
          <a:prstGeom prst="rect">
            <a:avLst/>
          </a:prstGeom>
        </p:spPr>
      </p:pic>
      <p:pic>
        <p:nvPicPr>
          <p:cNvPr id="33" name="图片 32"/>
          <p:cNvPicPr>
            <a:picLocks noChangeAspect="1"/>
          </p:cNvPicPr>
          <p:nvPr/>
        </p:nvPicPr>
        <p:blipFill>
          <a:blip r:embed="rId14"/>
          <a:stretch>
            <a:fillRect/>
          </a:stretch>
        </p:blipFill>
        <p:spPr>
          <a:xfrm>
            <a:off x="8984161" y="3405007"/>
            <a:ext cx="2150473" cy="3392829"/>
          </a:xfrm>
          <a:prstGeom prst="rect">
            <a:avLst/>
          </a:prstGeom>
        </p:spPr>
      </p:pic>
      <p:pic>
        <p:nvPicPr>
          <p:cNvPr id="35" name="图片 34"/>
          <p:cNvPicPr>
            <a:picLocks noChangeAspect="1"/>
          </p:cNvPicPr>
          <p:nvPr/>
        </p:nvPicPr>
        <p:blipFill>
          <a:blip r:embed="rId15"/>
          <a:stretch>
            <a:fillRect/>
          </a:stretch>
        </p:blipFill>
        <p:spPr>
          <a:xfrm>
            <a:off x="11131421" y="3420856"/>
            <a:ext cx="2219014" cy="3429944"/>
          </a:xfrm>
          <a:prstGeom prst="rect">
            <a:avLst/>
          </a:prstGeom>
        </p:spPr>
      </p:pic>
      <p:sp>
        <p:nvSpPr>
          <p:cNvPr id="36" name="矩形 35"/>
          <p:cNvSpPr/>
          <p:nvPr/>
        </p:nvSpPr>
        <p:spPr>
          <a:xfrm flipH="1">
            <a:off x="-16044" y="-30965"/>
            <a:ext cx="12213533" cy="6888965"/>
          </a:xfrm>
          <a:prstGeom prst="rect">
            <a:avLst/>
          </a:prstGeom>
          <a:gradFill>
            <a:gsLst>
              <a:gs pos="48000">
                <a:schemeClr val="tx1">
                  <a:alpha val="4800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5" name="矩形 4"/>
          <p:cNvSpPr/>
          <p:nvPr>
            <p:custDataLst>
              <p:tags r:id="rId1"/>
            </p:custDataLst>
          </p:nvPr>
        </p:nvSpPr>
        <p:spPr>
          <a:xfrm>
            <a:off x="-8890" y="1447964"/>
            <a:ext cx="12216130" cy="4422140"/>
          </a:xfrm>
          <a:prstGeom prst="rect">
            <a:avLst/>
          </a:prstGeom>
          <a:solidFill>
            <a:schemeClr val="tx1">
              <a:alpha val="53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0" y="2498360"/>
            <a:ext cx="12207240" cy="1314142"/>
          </a:xfrm>
          <a:prstGeom prst="rect">
            <a:avLst/>
          </a:prstGeom>
          <a:noFill/>
        </p:spPr>
        <p:txBody>
          <a:bodyPr wrap="square" rtlCol="0">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lang="zh-CN" altLang="en-US" sz="6000" b="1" spc="300">
                <a:solidFill>
                  <a:schemeClr val="bg1"/>
                </a:solidFill>
                <a:effectLst>
                  <a:outerShdw blurRad="50800" dist="38100" dir="2700000" algn="tl" rotWithShape="0">
                    <a:prstClr val="black">
                      <a:alpha val="40000"/>
                    </a:prstClr>
                  </a:outerShdw>
                </a:effectLst>
                <a:latin typeface="微软雅黑" panose="020B0503020204020204" charset="-122"/>
                <a:ea typeface="汉仪雅酷黑-55W" panose="020B0504020202020204"/>
              </a:rPr>
              <a:t>打造</a:t>
            </a:r>
            <a:r>
              <a:rPr lang="zh-CN" altLang="en-US" sz="6000" b="1" spc="300">
                <a:solidFill>
                  <a:srgbClr val="00B0F0"/>
                </a:solidFill>
                <a:effectLst>
                  <a:outerShdw blurRad="50800" dist="38100" dir="2700000" algn="tl" rotWithShape="0">
                    <a:prstClr val="black">
                      <a:alpha val="40000"/>
                    </a:prstClr>
                  </a:outerShdw>
                </a:effectLst>
                <a:latin typeface="微软雅黑" panose="020B0503020204020204" charset="-122"/>
                <a:ea typeface="汉仪雅酷黑-55W" panose="020B0504020202020204"/>
                <a:sym typeface="+mn-ea"/>
              </a:rPr>
              <a:t>「</a:t>
            </a:r>
            <a:r>
              <a:rPr lang="zh-CN" altLang="en-US" sz="6000" b="1" spc="300">
                <a:solidFill>
                  <a:srgbClr val="00B0F0"/>
                </a:solidFill>
                <a:effectLst>
                  <a:outerShdw blurRad="50800" dist="38100" dir="2700000" algn="tl" rotWithShape="0">
                    <a:prstClr val="black">
                      <a:alpha val="40000"/>
                    </a:prstClr>
                  </a:outerShdw>
                </a:effectLst>
                <a:latin typeface="微软雅黑" panose="020B0503020204020204" charset="-122"/>
                <a:ea typeface="汉仪雅酷黑-55W" panose="020B0504020202020204"/>
              </a:rPr>
              <a:t>旷野计划</a:t>
            </a:r>
            <a:r>
              <a:rPr lang="zh-CN" altLang="en-US" sz="6000" b="1" spc="300">
                <a:solidFill>
                  <a:srgbClr val="00B0F0"/>
                </a:solidFill>
                <a:effectLst>
                  <a:outerShdw blurRad="50800" dist="38100" dir="2700000" algn="tl" rotWithShape="0">
                    <a:prstClr val="black">
                      <a:alpha val="40000"/>
                    </a:prstClr>
                  </a:outerShdw>
                </a:effectLst>
                <a:latin typeface="微软雅黑" panose="020B0503020204020204" charset="-122"/>
                <a:ea typeface="汉仪雅酷黑-55W" panose="020B0504020202020204"/>
                <a:sym typeface="+mn-ea"/>
              </a:rPr>
              <a:t>」</a:t>
            </a:r>
            <a:r>
              <a:rPr lang="zh-CN" altLang="en-US" sz="6000" b="1" spc="300">
                <a:solidFill>
                  <a:schemeClr val="bg1"/>
                </a:solidFill>
                <a:effectLst>
                  <a:outerShdw blurRad="50800" dist="38100" dir="2700000" algn="tl" rotWithShape="0">
                    <a:prstClr val="black">
                      <a:alpha val="40000"/>
                    </a:prstClr>
                  </a:outerShdw>
                </a:effectLst>
                <a:latin typeface="微软雅黑" panose="020B0503020204020204" charset="-122"/>
                <a:ea typeface="汉仪雅酷黑-55W" panose="020B0504020202020204"/>
              </a:rPr>
              <a:t>出行攻略</a:t>
            </a:r>
          </a:p>
        </p:txBody>
      </p:sp>
      <p:sp>
        <p:nvSpPr>
          <p:cNvPr id="7" name="文本框 6"/>
          <p:cNvSpPr txBox="1"/>
          <p:nvPr/>
        </p:nvSpPr>
        <p:spPr>
          <a:xfrm>
            <a:off x="2895337" y="3966387"/>
            <a:ext cx="6401327" cy="1465914"/>
          </a:xfrm>
          <a:prstGeom prst="rect">
            <a:avLst/>
          </a:prstGeom>
          <a:noFill/>
          <a:ln w="9525">
            <a:noFill/>
          </a:ln>
        </p:spPr>
        <p:txBody>
          <a:bodyPr wrap="square">
            <a:spAutoFit/>
          </a:bodyPr>
          <a:lstStyle>
            <a:defPPr>
              <a:defRPr lang="zh-CN"/>
            </a:defPPr>
            <a:lvl1pPr indent="0" algn="ctr">
              <a:lnSpc>
                <a:spcPct val="130000"/>
              </a:lnSpc>
              <a:defRPr sz="160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defRPr>
            </a:lvl1pPr>
          </a:lstStyle>
          <a:p>
            <a:pPr lvl="0">
              <a:lnSpc>
                <a:spcPct val="110000"/>
              </a:lnSpc>
              <a:spcAft>
                <a:spcPts val="800"/>
              </a:spcAft>
              <a:defRPr/>
            </a:pPr>
            <a:r>
              <a:rPr lang="zh-CN" altLang="en-US" spc="300">
                <a:ea typeface="汉仪雅酷黑-55W" panose="020B0504020202020204"/>
              </a:rPr>
              <a:t>小红书是新时代的出行百科、图文百度</a:t>
            </a:r>
          </a:p>
          <a:p>
            <a:pPr lvl="0">
              <a:lnSpc>
                <a:spcPct val="110000"/>
              </a:lnSpc>
              <a:spcAft>
                <a:spcPts val="800"/>
              </a:spcAft>
              <a:defRPr/>
            </a:pPr>
            <a:r>
              <a:rPr lang="zh-CN" altLang="en-US" spc="300">
                <a:ea typeface="汉仪雅酷黑-55W" panose="020B0504020202020204"/>
              </a:rPr>
              <a:t>满足用户从攻略下单到笔记一条路。</a:t>
            </a:r>
          </a:p>
          <a:p>
            <a:pPr>
              <a:lnSpc>
                <a:spcPct val="110000"/>
              </a:lnSpc>
              <a:spcAft>
                <a:spcPts val="800"/>
              </a:spcAft>
              <a:defRPr/>
            </a:pPr>
            <a:r>
              <a:rPr lang="zh-CN" altLang="en-US" spc="300">
                <a:ea typeface="汉仪雅酷黑-55W" panose="020B0504020202020204"/>
              </a:rPr>
              <a:t>图文形式、参与门槛低、着力电商发展</a:t>
            </a:r>
            <a:endParaRPr lang="en-US" altLang="zh-CN" spc="300">
              <a:ea typeface="汉仪雅酷黑-55W" panose="020B0504020202020204"/>
            </a:endParaRPr>
          </a:p>
          <a:p>
            <a:pPr lvl="0">
              <a:lnSpc>
                <a:spcPct val="110000"/>
              </a:lnSpc>
              <a:spcAft>
                <a:spcPts val="800"/>
              </a:spcAft>
              <a:defRPr/>
            </a:pPr>
            <a:r>
              <a:rPr lang="zh-CN" altLang="en-US" spc="300">
                <a:ea typeface="汉仪雅酷黑-55W" panose="020B0504020202020204"/>
                <a:sym typeface="+mn-ea"/>
              </a:rPr>
              <a:t>满足伊利牧场持续种草</a:t>
            </a:r>
            <a:r>
              <a:rPr lang="en-US" altLang="zh-CN" spc="300">
                <a:ea typeface="汉仪雅酷黑-55W" panose="020B0504020202020204"/>
                <a:sym typeface="+mn-ea"/>
              </a:rPr>
              <a:t>+</a:t>
            </a:r>
            <a:r>
              <a:rPr lang="zh-CN" altLang="en-US" spc="300">
                <a:ea typeface="汉仪雅酷黑-55W" panose="020B0504020202020204"/>
                <a:sym typeface="+mn-ea"/>
              </a:rPr>
              <a:t>销售转化的核心需求</a:t>
            </a:r>
          </a:p>
        </p:txBody>
      </p:sp>
      <p:sp>
        <p:nvSpPr>
          <p:cNvPr id="8" name="矩形 7"/>
          <p:cNvSpPr/>
          <p:nvPr/>
        </p:nvSpPr>
        <p:spPr>
          <a:xfrm>
            <a:off x="2317115" y="1077759"/>
            <a:ext cx="7393940" cy="1188720"/>
          </a:xfrm>
          <a:prstGeom prst="rect">
            <a:avLst/>
          </a:prstGeom>
          <a:solidFill>
            <a:srgbClr val="0086CD"/>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lumMod val="95000"/>
                </a:schemeClr>
              </a:solidFill>
            </a:endParaRPr>
          </a:p>
        </p:txBody>
      </p:sp>
      <p:sp>
        <p:nvSpPr>
          <p:cNvPr id="9" name="矩形 8"/>
          <p:cNvSpPr/>
          <p:nvPr>
            <p:custDataLst>
              <p:tags r:id="rId2"/>
            </p:custDataLst>
          </p:nvPr>
        </p:nvSpPr>
        <p:spPr>
          <a:xfrm>
            <a:off x="101830" y="1109509"/>
            <a:ext cx="11974830" cy="1157605"/>
          </a:xfrm>
          <a:prstGeom prst="rect">
            <a:avLst/>
          </a:prstGeom>
          <a:noFill/>
          <a:ln>
            <a:noFill/>
          </a:ln>
          <a:extLst>
            <a:ext uri="{909E8E84-426E-40DD-AFC4-6F175D3DCCD1}">
              <a14:hiddenFill xmlns:a14="http://schemas.microsoft.com/office/drawing/2010/main">
                <a:solidFill>
                  <a:srgbClr val="DD0101">
                    <a:alpha val="80895"/>
                  </a:srgb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kumimoji="1" lang="zh-CN" altLang="en-US" sz="5400" b="1" spc="600">
                <a:ln>
                  <a:solidFill>
                    <a:schemeClr val="bg1"/>
                  </a:solidFill>
                </a:ln>
                <a:solidFill>
                  <a:schemeClr val="bg1"/>
                </a:solidFill>
                <a:latin typeface="微软雅黑" panose="020B0503020204020204" charset="-122"/>
                <a:ea typeface="汉仪雅酷黑-55W" panose="020B0504020202020204"/>
                <a:cs typeface="微软雅黑" panose="020B0503020204020204" charset="-122"/>
                <a:sym typeface="+mn-ea"/>
              </a:rPr>
              <a:t>伊利牧场 </a:t>
            </a:r>
            <a:r>
              <a:rPr kumimoji="1" lang="en-US" altLang="zh-CN" sz="5400" b="1" spc="600">
                <a:ln>
                  <a:solidFill>
                    <a:schemeClr val="bg1"/>
                  </a:solidFill>
                </a:ln>
                <a:solidFill>
                  <a:schemeClr val="bg1"/>
                </a:solidFill>
                <a:latin typeface="微软雅黑" panose="020B0503020204020204" charset="-122"/>
                <a:ea typeface="汉仪雅酷黑-55W" panose="020B0504020202020204"/>
                <a:cs typeface="微软雅黑" panose="020B0503020204020204" charset="-122"/>
                <a:sym typeface="+mn-ea"/>
              </a:rPr>
              <a:t>x </a:t>
            </a:r>
            <a:r>
              <a:rPr kumimoji="1" lang="zh-CN" altLang="en-US" sz="5400" b="1" spc="600">
                <a:ln>
                  <a:solidFill>
                    <a:schemeClr val="bg1"/>
                  </a:solidFill>
                </a:ln>
                <a:solidFill>
                  <a:schemeClr val="bg1"/>
                </a:solidFill>
                <a:latin typeface="微软雅黑" panose="020B0503020204020204" charset="-122"/>
                <a:ea typeface="汉仪雅酷黑-55W" panose="020B0504020202020204"/>
                <a:cs typeface="微软雅黑" panose="020B0503020204020204" charset="-122"/>
                <a:sym typeface="+mn-ea"/>
              </a:rPr>
              <a:t>小红书</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7365"/>
          </a:xfrm>
          <a:prstGeom prst="rect">
            <a:avLst/>
          </a:prstGeom>
        </p:spPr>
      </p:pic>
      <p:sp>
        <p:nvSpPr>
          <p:cNvPr id="11" name="矩形 10"/>
          <p:cNvSpPr/>
          <p:nvPr/>
        </p:nvSpPr>
        <p:spPr>
          <a:xfrm>
            <a:off x="0" y="1"/>
            <a:ext cx="12173905" cy="6858000"/>
          </a:xfrm>
          <a:prstGeom prst="rect">
            <a:avLst/>
          </a:prstGeom>
          <a:gradFill>
            <a:gsLst>
              <a:gs pos="50000">
                <a:schemeClr val="tx1">
                  <a:alpha val="0"/>
                </a:schemeClr>
              </a:gs>
              <a:gs pos="0">
                <a:schemeClr val="tx1">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HYQiHei-60S" panose="00020600040101010101" pitchFamily="18" charset="-122"/>
              <a:ea typeface="汉仪雅酷黑-55W" panose="020B0504020202020204"/>
              <a:cs typeface="+mn-cs"/>
            </a:endParaRPr>
          </a:p>
        </p:txBody>
      </p:sp>
      <p:sp>
        <p:nvSpPr>
          <p:cNvPr id="5" name="Rectangle 3"/>
          <p:cNvSpPr/>
          <p:nvPr/>
        </p:nvSpPr>
        <p:spPr>
          <a:xfrm>
            <a:off x="0" y="1524633"/>
            <a:ext cx="10972799" cy="4069989"/>
          </a:xfrm>
          <a:prstGeom prst="rect">
            <a:avLst/>
          </a:prstGeom>
          <a:solidFill>
            <a:srgbClr val="0086CD">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Lato" panose="020F0502020204030203" pitchFamily="34" charset="0"/>
            </a:endParaRPr>
          </a:p>
        </p:txBody>
      </p:sp>
      <p:sp>
        <p:nvSpPr>
          <p:cNvPr id="6" name="文本框 5"/>
          <p:cNvSpPr txBox="1"/>
          <p:nvPr/>
        </p:nvSpPr>
        <p:spPr>
          <a:xfrm>
            <a:off x="480695" y="2018030"/>
            <a:ext cx="10331450" cy="2339102"/>
          </a:xfrm>
          <a:prstGeom prst="rect">
            <a:avLst/>
          </a:prstGeom>
          <a:noFill/>
          <a:effectLst>
            <a:outerShdw blurRad="50800" dist="38100" dir="5400000" algn="t" rotWithShape="0">
              <a:prstClr val="black">
                <a:alpha val="40000"/>
              </a:prstClr>
            </a:outerShdw>
          </a:effectLst>
        </p:spPr>
        <p:txBody>
          <a:bodyPr wrap="square" rtlCol="0">
            <a:spAutoFit/>
          </a:bodyPr>
          <a:lstStyle/>
          <a:p>
            <a:pPr marL="0" marR="0" lvl="0" indent="0" algn="l" defTabSz="457200" rtl="0" eaLnBrk="1" fontAlgn="auto" latinLnBrk="0" hangingPunct="1">
              <a:lnSpc>
                <a:spcPct val="170000"/>
              </a:lnSpc>
              <a:spcBef>
                <a:spcPct val="0"/>
              </a:spcBef>
              <a:spcAft>
                <a:spcPct val="0"/>
              </a:spcAft>
              <a:buClrTx/>
              <a:buSzTx/>
              <a:buFontTx/>
              <a:buNone/>
              <a:defRPr/>
            </a:pPr>
            <a:r>
              <a:rPr kumimoji="0" lang="en-US" altLang="zh-CN" sz="4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rPr>
              <a:t>03 </a:t>
            </a:r>
            <a:r>
              <a:rPr kumimoji="0" lang="zh-CN" altLang="en-US"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rPr>
              <a:t>事件延续 内容包装</a:t>
            </a:r>
            <a:endParaRPr kumimoji="0" lang="en-US" altLang="zh-CN"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endParaRPr>
          </a:p>
          <a:p>
            <a:pPr marL="0" marR="0" lvl="0" indent="0" algn="l" defTabSz="457200" rtl="0" eaLnBrk="1" fontAlgn="auto" latinLnBrk="0" hangingPunct="1">
              <a:lnSpc>
                <a:spcPct val="170000"/>
              </a:lnSpc>
              <a:spcBef>
                <a:spcPct val="0"/>
              </a:spcBef>
              <a:spcAft>
                <a:spcPct val="0"/>
              </a:spcAft>
              <a:buClrTx/>
              <a:buSzTx/>
              <a:buFontTx/>
              <a:buNone/>
              <a:defRPr/>
            </a:pPr>
            <a:endParaRPr kumimoji="0" lang="en-US" altLang="zh-CN" sz="2000" b="0" i="0" u="none" strike="noStrike" kern="1200" cap="none" spc="600" normalizeH="0" baseline="0" noProof="0">
              <a:ln>
                <a:noFill/>
              </a:ln>
              <a:solidFill>
                <a:prstClr val="white"/>
              </a:solidFill>
              <a:effectLst/>
              <a:uLnTx/>
              <a:uFillTx/>
              <a:latin typeface="微软雅黑" panose="020B0503020204020204" charset="-122"/>
              <a:ea typeface="汉仪雅酷黑-55W" panose="020B0504020202020204"/>
              <a:cs typeface="+mn-cs"/>
            </a:endParaRPr>
          </a:p>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4400" b="0" i="0" u="none" strike="noStrike" kern="1200" cap="none" spc="600" normalizeH="0" baseline="0" noProof="0">
                <a:ln>
                  <a:solidFill>
                    <a:prstClr val="white"/>
                  </a:solidFill>
                </a:ln>
                <a:solidFill>
                  <a:srgbClr val="1F74AD"/>
                </a:solidFill>
                <a:uLnTx/>
                <a:uFillTx/>
                <a:latin typeface="微软雅黑" panose="020B0503020204020204" charset="-122"/>
                <a:ea typeface="汉仪雅酷黑-55W" panose="020B0504020202020204"/>
                <a:cs typeface="+mn-cs"/>
                <a:sym typeface="+mn-ea"/>
              </a:rPr>
              <a:t>和各地生活圈一起奔向旷野</a:t>
            </a:r>
          </a:p>
        </p:txBody>
      </p:sp>
      <p:cxnSp>
        <p:nvCxnSpPr>
          <p:cNvPr id="7" name="直线连接符 6"/>
          <p:cNvCxnSpPr/>
          <p:nvPr/>
        </p:nvCxnSpPr>
        <p:spPr>
          <a:xfrm>
            <a:off x="559019" y="4357277"/>
            <a:ext cx="9481185" cy="37465"/>
          </a:xfrm>
          <a:prstGeom prst="line">
            <a:avLst/>
          </a:prstGeom>
          <a:ln>
            <a:solidFill>
              <a:schemeClr val="bg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46760" y="4525645"/>
            <a:ext cx="6047740" cy="338554"/>
          </a:xfrm>
          <a:prstGeom prst="rect">
            <a:avLst/>
          </a:prstGeom>
        </p:spPr>
        <p:txBody>
          <a:bodyPr wrap="square">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1" lang="zh-CN" altLang="en-US" sz="16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微软雅黑" panose="020B0503020204020204" charset="-122"/>
              </a:rPr>
              <a:t>内容包装扩散至各地域延续热度</a:t>
            </a:r>
            <a:r>
              <a:rPr kumimoji="1" lang="en-US" altLang="zh-CN" sz="16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微软雅黑" panose="020B0503020204020204" charset="-122"/>
              </a:rPr>
              <a:t>/</a:t>
            </a:r>
            <a:r>
              <a:rPr kumimoji="1" lang="zh-CN" altLang="en-US" sz="1600" b="0" i="0" u="none" strike="noStrike" kern="1200" cap="none" spc="0" normalizeH="0" baseline="0" noProof="0">
                <a:ln>
                  <a:noFill/>
                </a:ln>
                <a:solidFill>
                  <a:prstClr val="white"/>
                </a:solidFill>
                <a:effectLst/>
                <a:uLnTx/>
                <a:uFillTx/>
                <a:latin typeface="微软雅黑" panose="020B0503020204020204" charset="-122"/>
                <a:ea typeface="汉仪雅酷黑-55W" panose="020B0504020202020204"/>
                <a:cs typeface="微软雅黑" panose="020B0503020204020204" charset="-122"/>
              </a:rPr>
              <a:t>赋能品牌资产</a:t>
            </a:r>
          </a:p>
        </p:txBody>
      </p:sp>
      <p:sp>
        <p:nvSpPr>
          <p:cNvPr id="9" name="箭头: V 形 8"/>
          <p:cNvSpPr/>
          <p:nvPr/>
        </p:nvSpPr>
        <p:spPr>
          <a:xfrm>
            <a:off x="8800084" y="3865706"/>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
        <p:nvSpPr>
          <p:cNvPr id="10" name="箭头: V 形 9"/>
          <p:cNvSpPr/>
          <p:nvPr/>
        </p:nvSpPr>
        <p:spPr>
          <a:xfrm>
            <a:off x="9160175" y="3865706"/>
            <a:ext cx="360091" cy="360091"/>
          </a:xfrm>
          <a:prstGeom prst="chevron">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汉仪雅酷黑-55W" panose="020B0504020202020204"/>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810" y="0"/>
            <a:ext cx="12180570" cy="6854825"/>
          </a:xfrm>
          <a:prstGeom prst="rect">
            <a:avLst/>
          </a:prstGeom>
        </p:spPr>
      </p:pic>
      <p:sp>
        <p:nvSpPr>
          <p:cNvPr id="12" name="矩形 11"/>
          <p:cNvSpPr/>
          <p:nvPr/>
        </p:nvSpPr>
        <p:spPr>
          <a:xfrm>
            <a:off x="0" y="0"/>
            <a:ext cx="12192000" cy="6858000"/>
          </a:xfrm>
          <a:prstGeom prst="rect">
            <a:avLst/>
          </a:prstGeom>
          <a:solidFill>
            <a:schemeClr val="tx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汉仪雅酷黑-55W" panose="020B0504020202020204"/>
              <a:ea typeface="汉仪雅酷黑-55W" panose="020B0504020202020204"/>
            </a:endParaRPr>
          </a:p>
        </p:txBody>
      </p:sp>
      <p:sp>
        <p:nvSpPr>
          <p:cNvPr id="9" name="矩形 8"/>
          <p:cNvSpPr/>
          <p:nvPr/>
        </p:nvSpPr>
        <p:spPr>
          <a:xfrm>
            <a:off x="364489" y="376555"/>
            <a:ext cx="11511135" cy="6116842"/>
          </a:xfrm>
          <a:prstGeom prst="rect">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702030404030204"/>
              <a:ea typeface="汉仪雅酷黑-55W" panose="020B0504020202020204"/>
              <a:cs typeface="+mn-cs"/>
            </a:endParaRPr>
          </a:p>
        </p:txBody>
      </p:sp>
      <p:sp>
        <p:nvSpPr>
          <p:cNvPr id="13" name="Half Frame 19"/>
          <p:cNvSpPr/>
          <p:nvPr/>
        </p:nvSpPr>
        <p:spPr>
          <a:xfrm rot="10800000">
            <a:off x="11133742" y="5863804"/>
            <a:ext cx="560832" cy="468220"/>
          </a:xfrm>
          <a:prstGeom prst="halfFrame">
            <a:avLst>
              <a:gd name="adj1" fmla="val 10476"/>
              <a:gd name="adj2" fmla="val 1276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Calibri" panose="020F0702030404030204"/>
              <a:ea typeface="+mn-ea"/>
              <a:cs typeface="+mn-cs"/>
            </a:endParaRPr>
          </a:p>
        </p:txBody>
      </p:sp>
      <p:sp>
        <p:nvSpPr>
          <p:cNvPr id="2" name="文本框 1"/>
          <p:cNvSpPr txBox="1"/>
          <p:nvPr/>
        </p:nvSpPr>
        <p:spPr>
          <a:xfrm>
            <a:off x="708025" y="1939925"/>
            <a:ext cx="10920095" cy="3611566"/>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Light" panose="020B0502040204020203" pitchFamily="34" charset="-122"/>
                <a:ea typeface="微软雅黑 Light" panose="020B0502040204020203" pitchFamily="34" charset="-122"/>
                <a:cs typeface="+mn-cs"/>
                <a:sym typeface="+mn-ea"/>
              </a:rPr>
              <a:t>联动地方区域台延续活动热度赋能品牌资产</a:t>
            </a:r>
          </a:p>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Light" panose="020B0502040204020203" pitchFamily="34" charset="-122"/>
                <a:ea typeface="微软雅黑 Light" panose="020B0502040204020203" pitchFamily="34" charset="-122"/>
                <a:cs typeface="+mn-cs"/>
                <a:sym typeface="+mn-ea"/>
              </a:rPr>
              <a:t> </a:t>
            </a:r>
          </a:p>
          <a:p>
            <a:pPr marL="0" marR="0" lvl="0" indent="0" algn="ctr" defTabSz="914400" rtl="0" eaLnBrk="1" fontAlgn="auto" latinLnBrk="0" hangingPunct="1">
              <a:lnSpc>
                <a:spcPct val="100000"/>
              </a:lnSpc>
              <a:spcBef>
                <a:spcPct val="0"/>
              </a:spcBef>
              <a:spcAft>
                <a:spcPct val="0"/>
              </a:spcAft>
              <a:buClrTx/>
              <a:buSzTx/>
              <a:buFontTx/>
              <a:buNone/>
              <a:defRPr/>
            </a:pPr>
            <a:r>
              <a:rPr kumimoji="1" lang="zh-CN" altLang="en-US" sz="5400" b="1">
                <a:ln w="12700">
                  <a:solidFill>
                    <a:prstClr val="white"/>
                  </a:solidFill>
                </a:ln>
                <a:solidFill>
                  <a:srgbClr val="0086CD"/>
                </a:solidFill>
                <a:effectLst>
                  <a:outerShdw blurRad="38100" dist="38100" dir="2700000" algn="tl">
                    <a:srgbClr val="000000">
                      <a:alpha val="43137"/>
                    </a:srgbClr>
                  </a:outerShdw>
                </a:effectLst>
                <a:latin typeface="微软雅黑" panose="020B0503020204020204" charset="-122"/>
                <a:ea typeface="汉仪雅酷黑-55W" panose="020B0504020202020204"/>
                <a:sym typeface="+mn-ea"/>
              </a:rPr>
              <a:t>伊 利 牧 场 </a:t>
            </a:r>
            <a:r>
              <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sym typeface="+mn-ea"/>
              </a:rPr>
              <a:t>X</a:t>
            </a:r>
            <a:r>
              <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 </a:t>
            </a:r>
            <a:r>
              <a:rPr kumimoji="1" lang="zh-CN" altLang="en-US"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地</a:t>
            </a:r>
            <a:r>
              <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 </a:t>
            </a:r>
            <a:r>
              <a:rPr kumimoji="1" lang="zh-CN" altLang="en-US"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方</a:t>
            </a:r>
            <a:r>
              <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 </a:t>
            </a:r>
            <a:r>
              <a:rPr kumimoji="1" lang="zh-CN" altLang="en-US"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媒</a:t>
            </a:r>
            <a:r>
              <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 </a:t>
            </a:r>
            <a:r>
              <a:rPr kumimoji="1" lang="zh-CN" altLang="en-US"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rPr>
              <a:t>体</a:t>
            </a:r>
            <a:endParaRPr kumimoji="1" lang="en-US" altLang="zh-CN" sz="5400" b="1" i="0" u="none" strike="noStrike" kern="1200" cap="none" spc="0" normalizeH="0" baseline="0" noProof="0">
              <a:ln w="12700">
                <a:solidFill>
                  <a:prstClr val="white"/>
                </a:solidFill>
              </a:ln>
              <a:solidFill>
                <a:srgbClr val="0086CD"/>
              </a:solidFill>
              <a:effectLst>
                <a:outerShdw blurRad="38100" dist="38100" dir="2700000" algn="tl">
                  <a:srgbClr val="000000">
                    <a:alpha val="43137"/>
                  </a:srgbClr>
                </a:outerShdw>
              </a:effectLst>
              <a:uLnTx/>
              <a:uFillTx/>
              <a:latin typeface="微软雅黑" panose="020B0503020204020204" charset="-122"/>
              <a:ea typeface="汉仪雅酷黑-55W" panose="020B0504020202020204"/>
              <a:cs typeface="+mn-cs"/>
              <a:sym typeface="+mn-ea"/>
            </a:endParaRPr>
          </a:p>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5400" b="1" i="0" u="none" strike="noStrike" kern="1200" cap="none" spc="0" normalizeH="0" baseline="0" noProof="0">
              <a:ln w="12700">
                <a:solidFill>
                  <a:prstClr val="white"/>
                </a:solidFill>
              </a:ln>
              <a:solidFill>
                <a:srgbClr val="DD0101"/>
              </a:solidFill>
              <a:effectLst/>
              <a:uLnTx/>
              <a:uFillTx/>
              <a:latin typeface="微软雅黑" panose="020B0503020204020204" charset="-122"/>
              <a:ea typeface="汉仪雅酷黑-55W" panose="020B0504020202020204"/>
              <a:cs typeface="+mn-cs"/>
              <a:sym typeface="+mn-ea"/>
            </a:endParaRPr>
          </a:p>
          <a:p>
            <a:pPr marL="0" marR="0" lvl="0" indent="0" algn="ctr" defTabSz="914400" rtl="0" eaLnBrk="1" fontAlgn="auto" latinLnBrk="0" hangingPunct="1">
              <a:lnSpc>
                <a:spcPct val="120000"/>
              </a:lnSpc>
              <a:spcBef>
                <a:spcPct val="0"/>
              </a:spcBef>
              <a:spcAft>
                <a:spcPct val="0"/>
              </a:spcAft>
              <a:buClrTx/>
              <a:buSzTx/>
              <a:buFontTx/>
              <a:buNone/>
              <a:defRPr/>
            </a:pPr>
            <a:r>
              <a:rPr kumimoji="0" lang="en-US" altLang="zh-CN" sz="1800" b="0" i="0" u="none" strike="noStrike" kern="1200" cap="none" normalizeH="0" baseline="0" noProof="0">
                <a:ln>
                  <a:noFill/>
                </a:ln>
                <a:solidFill>
                  <a:srgbClr val="00B0F0"/>
                </a:solidFill>
                <a:effectLst/>
                <a:uLnTx/>
                <a:uFillTx/>
                <a:latin typeface="微软雅黑 Light" panose="020B0502040204020203" pitchFamily="34" charset="-122"/>
                <a:ea typeface="汉仪雅酷黑-55W" panose="020B0504020202020204"/>
                <a:sym typeface="+mn-ea"/>
              </a:rPr>
              <a:t>“</a:t>
            </a:r>
            <a:r>
              <a:rPr lang="zh-CN" altLang="en-US">
                <a:solidFill>
                  <a:srgbClr val="00B0F0"/>
                </a:solidFill>
                <a:latin typeface="微软雅黑 Light" panose="020B0502040204020203" pitchFamily="34" charset="-122"/>
                <a:ea typeface="汉仪雅酷黑-55W" panose="020B0504020202020204"/>
                <a:sym typeface="+mn-ea"/>
              </a:rPr>
              <a:t>我心中的旷野</a:t>
            </a:r>
            <a:r>
              <a:rPr kumimoji="0" lang="en-US" altLang="zh-CN" sz="1800" b="0" i="0" u="none" strike="noStrike" kern="1200" cap="none" normalizeH="0" baseline="0" noProof="0">
                <a:ln>
                  <a:noFill/>
                </a:ln>
                <a:solidFill>
                  <a:srgbClr val="00B0F0"/>
                </a:solidFill>
                <a:effectLst/>
                <a:uLnTx/>
                <a:uFillTx/>
                <a:latin typeface="微软雅黑 Light" panose="020B0502040204020203" pitchFamily="34" charset="-122"/>
                <a:ea typeface="汉仪雅酷黑-55W" panose="020B0504020202020204"/>
                <a:sym typeface="+mn-ea"/>
              </a:rPr>
              <a:t>” </a:t>
            </a:r>
            <a:r>
              <a:rPr kumimoji="0" lang="zh-CN" altLang="en-US" sz="1800" b="0" i="0" u="none" strike="noStrike" kern="1200" cap="none" normalizeH="0" baseline="0" noProof="0">
                <a:ln>
                  <a:noFill/>
                </a:ln>
                <a:solidFill>
                  <a:prstClr val="white"/>
                </a:solidFill>
                <a:effectLst/>
                <a:uLnTx/>
                <a:uFillTx/>
                <a:latin typeface="微软雅黑 Light" panose="020B0502040204020203" pitchFamily="34" charset="-122"/>
                <a:ea typeface="汉仪雅酷黑-55W" panose="020B0504020202020204"/>
                <a:sym typeface="+mn-ea"/>
              </a:rPr>
              <a:t>的故事，既是出行在路上的故事，也是生活心路的折射</a:t>
            </a:r>
          </a:p>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normalizeH="0" baseline="0" noProof="0">
                <a:ln>
                  <a:noFill/>
                </a:ln>
                <a:solidFill>
                  <a:prstClr val="white"/>
                </a:solidFill>
                <a:effectLst/>
                <a:uLnTx/>
                <a:uFillTx/>
                <a:latin typeface="微软雅黑 Light" panose="020B0502040204020203" pitchFamily="34" charset="-122"/>
                <a:ea typeface="汉仪雅酷黑-55W" panose="020B0504020202020204"/>
                <a:sym typeface="+mn-ea"/>
              </a:rPr>
              <a:t>虽然每一段不同地域遇见的风景不尽相同，但每个人都能在这些故事里找到自己的那份情感共鸣</a:t>
            </a:r>
          </a:p>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normalizeH="0" baseline="0" noProof="0">
                <a:ln>
                  <a:noFill/>
                </a:ln>
                <a:solidFill>
                  <a:srgbClr val="00B0F0"/>
                </a:solidFill>
                <a:effectLst/>
                <a:uLnTx/>
                <a:uFillTx/>
                <a:latin typeface="微软雅黑 Light" panose="020B0502040204020203" pitchFamily="34" charset="-122"/>
                <a:ea typeface="汉仪雅酷黑-55W" panose="020B0504020202020204"/>
                <a:sym typeface="+mn-ea"/>
              </a:rPr>
              <a:t>搜集制作伊利牧场</a:t>
            </a:r>
            <a:r>
              <a:rPr kumimoji="0" lang="en-US" altLang="zh-CN" sz="1800" b="0" i="0" u="none" strike="noStrike" kern="1200" cap="none" normalizeH="0" baseline="0" noProof="0">
                <a:ln>
                  <a:noFill/>
                </a:ln>
                <a:solidFill>
                  <a:srgbClr val="00B0F0"/>
                </a:solidFill>
                <a:effectLst/>
                <a:uLnTx/>
                <a:uFillTx/>
                <a:latin typeface="微软雅黑 Light" panose="020B0502040204020203" pitchFamily="34" charset="-122"/>
                <a:ea typeface="汉仪雅酷黑-55W" panose="020B0504020202020204"/>
                <a:sym typeface="+mn-ea"/>
              </a:rPr>
              <a:t>2025</a:t>
            </a:r>
            <a:r>
              <a:rPr kumimoji="0" lang="zh-CN" altLang="en-US" sz="1800" b="0" i="0" u="none" strike="noStrike" kern="1200" cap="none" normalizeH="0" baseline="0" noProof="0">
                <a:ln>
                  <a:noFill/>
                </a:ln>
                <a:solidFill>
                  <a:srgbClr val="00B0F0"/>
                </a:solidFill>
                <a:effectLst/>
                <a:uLnTx/>
                <a:uFillTx/>
                <a:latin typeface="微软雅黑 Light" panose="020B0502040204020203" pitchFamily="34" charset="-122"/>
                <a:ea typeface="汉仪雅酷黑-55W" panose="020B0504020202020204"/>
                <a:sym typeface="+mn-ea"/>
              </a:rPr>
              <a:t>年国人在不同区域的出行记精彩故事，联动地方区域媒体传播共振</a:t>
            </a:r>
          </a:p>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1800" b="0" i="0" u="none" strike="noStrike" kern="1200" cap="none" normalizeH="0" baseline="0" noProof="0">
                <a:ln>
                  <a:noFill/>
                </a:ln>
                <a:solidFill>
                  <a:prstClr val="white"/>
                </a:solidFill>
                <a:effectLst/>
                <a:uLnTx/>
                <a:uFillTx/>
                <a:latin typeface="微软雅黑 Light" panose="020B0502040204020203" pitchFamily="34" charset="-122"/>
                <a:ea typeface="汉仪雅酷黑-55W" panose="020B0504020202020204"/>
                <a:sym typeface="+mn-ea"/>
              </a:rPr>
              <a:t>以活动反哺品牌资产积淀</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DEEBF7"/>
          </a:solidFill>
          <a:ln/>
        </p:spPr>
        <p:txBody>
          <a:bodyPr/>
          <a:lstStyle/>
          <a:p>
            <a:endParaRPr lang="zh-CN" altLang="en-US"/>
          </a:p>
        </p:txBody>
      </p:sp>
      <p:sp>
        <p:nvSpPr>
          <p:cNvPr id="3" name="Text 1"/>
          <p:cNvSpPr/>
          <p:nvPr/>
        </p:nvSpPr>
        <p:spPr>
          <a:xfrm>
            <a:off x="0" y="5899785"/>
            <a:ext cx="12190095" cy="9582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5" name="Text 3"/>
          <p:cNvSpPr/>
          <p:nvPr/>
        </p:nvSpPr>
        <p:spPr>
          <a:xfrm>
            <a:off x="4956175" y="2925445"/>
            <a:ext cx="6500495" cy="15398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7" name="Text 5"/>
          <p:cNvSpPr/>
          <p:nvPr/>
        </p:nvSpPr>
        <p:spPr>
          <a:xfrm>
            <a:off x="4956175" y="1461770"/>
            <a:ext cx="6500495" cy="13392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a:off x="735965" y="1255395"/>
            <a:ext cx="10720070" cy="1545590"/>
          </a:xfrm>
          <a:prstGeom prst="roundRect">
            <a:avLst>
              <a:gd name="adj" fmla="val 8155"/>
            </a:avLst>
          </a:prstGeom>
          <a:solidFill>
            <a:srgbClr val="FFFFFF"/>
          </a:solidFill>
          <a:ln w="19050">
            <a:solidFill>
              <a:srgbClr val="FDFDFB">
                <a:alpha val="67059"/>
              </a:srgbClr>
            </a:solidFill>
            <a:prstDash val="solid"/>
          </a:ln>
          <a:effectLst>
            <a:outerShdw blurRad="254000" dist="134704" dir="2700000" algn="bl" rotWithShape="0">
              <a:srgbClr val="3A5A60">
                <a:alpha val="10196"/>
              </a:srgbClr>
            </a:outerShdw>
          </a:effectLst>
        </p:spPr>
        <p:txBody>
          <a:bodyPr/>
          <a:lstStyle/>
          <a:p>
            <a:endParaRPr lang="zh-CN" altLang="en-US"/>
          </a:p>
        </p:txBody>
      </p:sp>
      <p:sp>
        <p:nvSpPr>
          <p:cNvPr id="9" name="Text 7"/>
          <p:cNvSpPr/>
          <p:nvPr/>
        </p:nvSpPr>
        <p:spPr>
          <a:xfrm>
            <a:off x="735965" y="1255395"/>
            <a:ext cx="10720070" cy="15455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a:off x="735965" y="2931160"/>
            <a:ext cx="10720705" cy="1545590"/>
          </a:xfrm>
          <a:prstGeom prst="roundRect">
            <a:avLst>
              <a:gd name="adj" fmla="val 11000"/>
            </a:avLst>
          </a:prstGeom>
          <a:solidFill>
            <a:srgbClr val="004898"/>
          </a:solidFill>
          <a:ln w="19050">
            <a:solidFill>
              <a:srgbClr val="FDFDFB">
                <a:alpha val="43137"/>
              </a:srgbClr>
            </a:solidFill>
            <a:prstDash val="solid"/>
          </a:ln>
          <a:effectLst>
            <a:outerShdw blurRad="254000" dist="134704" dir="2700000" algn="bl" rotWithShape="0">
              <a:srgbClr val="3A5A60">
                <a:alpha val="10196"/>
              </a:srgbClr>
            </a:outerShdw>
          </a:effectLst>
        </p:spPr>
        <p:txBody>
          <a:bodyPr/>
          <a:lstStyle/>
          <a:p>
            <a:endParaRPr lang="zh-CN" altLang="en-US"/>
          </a:p>
        </p:txBody>
      </p:sp>
      <p:sp>
        <p:nvSpPr>
          <p:cNvPr id="11" name="Text 9"/>
          <p:cNvSpPr/>
          <p:nvPr/>
        </p:nvSpPr>
        <p:spPr>
          <a:xfrm>
            <a:off x="735965" y="2931160"/>
            <a:ext cx="10720705" cy="154559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10"/>
          <p:cNvSpPr/>
          <p:nvPr/>
        </p:nvSpPr>
        <p:spPr>
          <a:xfrm>
            <a:off x="736600" y="4594860"/>
            <a:ext cx="10720070" cy="2000619"/>
          </a:xfrm>
          <a:prstGeom prst="roundRect">
            <a:avLst>
              <a:gd name="adj" fmla="val 10289"/>
            </a:avLst>
          </a:prstGeom>
          <a:solidFill>
            <a:srgbClr val="FFFFFF"/>
          </a:solidFill>
          <a:ln w="19050">
            <a:solidFill>
              <a:srgbClr val="FDFDFB">
                <a:alpha val="67059"/>
              </a:srgbClr>
            </a:solidFill>
            <a:prstDash val="solid"/>
          </a:ln>
          <a:effectLst>
            <a:outerShdw blurRad="254000" dist="134704" dir="2700000" algn="bl" rotWithShape="0">
              <a:srgbClr val="3A5A60">
                <a:alpha val="10196"/>
              </a:srgbClr>
            </a:outerShdw>
          </a:effectLst>
        </p:spPr>
        <p:txBody>
          <a:bodyPr/>
          <a:lstStyle/>
          <a:p>
            <a:endParaRPr lang="zh-CN" altLang="en-US"/>
          </a:p>
        </p:txBody>
      </p:sp>
      <p:sp>
        <p:nvSpPr>
          <p:cNvPr id="13" name="Text 11"/>
          <p:cNvSpPr/>
          <p:nvPr/>
        </p:nvSpPr>
        <p:spPr>
          <a:xfrm>
            <a:off x="736600" y="4594860"/>
            <a:ext cx="10720070" cy="159067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Text 12"/>
          <p:cNvSpPr/>
          <p:nvPr/>
        </p:nvSpPr>
        <p:spPr>
          <a:xfrm>
            <a:off x="929005" y="3617595"/>
            <a:ext cx="10249200" cy="417358"/>
          </a:xfrm>
          <a:prstGeom prst="rect">
            <a:avLst/>
          </a:prstGeom>
          <a:noFill/>
          <a:ln/>
        </p:spPr>
        <p:txBody>
          <a:bodyPr wrap="square" lIns="91440" tIns="45720" rIns="91440" bIns="45720" rtlCol="0" anchor="t">
            <a:spAutoFit/>
          </a:bodyPr>
          <a:lstStyle/>
          <a:p>
            <a:pPr marL="0" indent="0" algn="just">
              <a:lnSpc>
                <a:spcPct val="130000"/>
              </a:lnSpc>
              <a:buNone/>
            </a:pPr>
            <a:r>
              <a:rPr lang="en-US" dirty="0">
                <a:solidFill>
                  <a:srgbClr val="FFFFFF"/>
                </a:solidFill>
                <a:latin typeface="微软雅黑" panose="020B0503020204020204" pitchFamily="34" charset="-122"/>
                <a:ea typeface="微软雅黑" panose="020B0503020204020204" pitchFamily="34" charset="-122"/>
                <a:cs typeface="MiSans" pitchFamily="34" charset="-120"/>
              </a:rPr>
              <a:t>参观生产基地，进行现场采访，向工厂人员、管理人员收集数据。</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929005" y="1496695"/>
            <a:ext cx="10249200" cy="523220"/>
          </a:xfrm>
          <a:prstGeom prst="rect">
            <a:avLst/>
          </a:prstGeom>
          <a:noFill/>
          <a:ln/>
        </p:spPr>
        <p:txBody>
          <a:bodyPr wrap="square" lIns="91440" tIns="45720" rIns="91440" bIns="45720" rtlCol="0" anchor="t">
            <a:spAutoFit/>
          </a:bodyPr>
          <a:lstStyle/>
          <a:p>
            <a:pPr marL="0" indent="0" algn="l">
              <a:lnSpc>
                <a:spcPct val="100000"/>
              </a:lnSpc>
              <a:buNone/>
            </a:pPr>
            <a:r>
              <a:rPr lang="en-US" sz="2800" b="1" dirty="0">
                <a:solidFill>
                  <a:srgbClr val="1F74AD"/>
                </a:solidFill>
                <a:latin typeface="MiSans" pitchFamily="34" charset="0"/>
                <a:ea typeface="MiSans" pitchFamily="34" charset="-122"/>
                <a:cs typeface="MiSans" pitchFamily="34" charset="-120"/>
              </a:rPr>
              <a:t>调研地点与时间</a:t>
            </a:r>
            <a:endParaRPr lang="en-US" sz="1600" dirty="0">
              <a:solidFill>
                <a:srgbClr val="1F74AD"/>
              </a:solidFill>
            </a:endParaRPr>
          </a:p>
        </p:txBody>
      </p:sp>
      <p:sp>
        <p:nvSpPr>
          <p:cNvPr id="16" name="Text 14"/>
          <p:cNvSpPr/>
          <p:nvPr/>
        </p:nvSpPr>
        <p:spPr>
          <a:xfrm>
            <a:off x="929005" y="1983740"/>
            <a:ext cx="10249200" cy="417358"/>
          </a:xfrm>
          <a:prstGeom prst="rect">
            <a:avLst/>
          </a:prstGeom>
          <a:noFill/>
          <a:ln/>
        </p:spPr>
        <p:txBody>
          <a:bodyPr wrap="square" lIns="91440" tIns="45720" rIns="91440" bIns="45720" rtlCol="0" anchor="t">
            <a:spAutoFit/>
          </a:bodyPr>
          <a:lstStyle/>
          <a:p>
            <a:pPr marL="0" indent="0" algn="just">
              <a:lnSpc>
                <a:spcPct val="130000"/>
              </a:lnSpc>
              <a:buNone/>
            </a:pPr>
            <a:r>
              <a:rPr lang="en-US" dirty="0">
                <a:solidFill>
                  <a:srgbClr val="2B2F36"/>
                </a:solidFill>
                <a:latin typeface="微软雅黑" panose="020B0503020204020204" pitchFamily="34" charset="-122"/>
                <a:ea typeface="微软雅黑" panose="020B0503020204020204" pitchFamily="34" charset="-122"/>
                <a:cs typeface="MiSans" pitchFamily="34" charset="-120"/>
              </a:rPr>
              <a:t>内蒙古自治区呼和浩特市土默特左旗伊利现代智慧健康谷全球智能制造产业园，为期9天。</a:t>
            </a:r>
            <a:endParaRPr lang="en-US" sz="2000" dirty="0">
              <a:latin typeface="微软雅黑" panose="020B0503020204020204" pitchFamily="34" charset="-122"/>
              <a:ea typeface="微软雅黑" panose="020B0503020204020204" pitchFamily="34" charset="-122"/>
            </a:endParaRPr>
          </a:p>
        </p:txBody>
      </p:sp>
      <p:sp>
        <p:nvSpPr>
          <p:cNvPr id="17" name="Text 15"/>
          <p:cNvSpPr/>
          <p:nvPr/>
        </p:nvSpPr>
        <p:spPr>
          <a:xfrm>
            <a:off x="929005" y="3118485"/>
            <a:ext cx="10249200" cy="523220"/>
          </a:xfrm>
          <a:prstGeom prst="rect">
            <a:avLst/>
          </a:prstGeom>
          <a:noFill/>
          <a:ln/>
        </p:spPr>
        <p:txBody>
          <a:bodyPr wrap="square" lIns="91440" tIns="45720" rIns="91440" bIns="45720" rtlCol="0" anchor="t">
            <a:spAutoFit/>
          </a:bodyPr>
          <a:lstStyle/>
          <a:p>
            <a:pPr marL="0" indent="0" algn="l">
              <a:lnSpc>
                <a:spcPct val="100000"/>
              </a:lnSpc>
              <a:buNone/>
            </a:pPr>
            <a:r>
              <a:rPr lang="en-US" sz="2800" b="1" dirty="0">
                <a:solidFill>
                  <a:srgbClr val="FFFFFF"/>
                </a:solidFill>
                <a:latin typeface="MiSans" pitchFamily="34" charset="0"/>
                <a:ea typeface="MiSans" pitchFamily="34" charset="-122"/>
                <a:cs typeface="MiSans" pitchFamily="34" charset="-120"/>
              </a:rPr>
              <a:t>调研方法</a:t>
            </a:r>
            <a:endParaRPr lang="en-US" sz="1600" dirty="0"/>
          </a:p>
        </p:txBody>
      </p:sp>
      <p:sp>
        <p:nvSpPr>
          <p:cNvPr id="18" name="Text 16"/>
          <p:cNvSpPr/>
          <p:nvPr/>
        </p:nvSpPr>
        <p:spPr>
          <a:xfrm>
            <a:off x="929005" y="4831080"/>
            <a:ext cx="10249200" cy="523220"/>
          </a:xfrm>
          <a:prstGeom prst="rect">
            <a:avLst/>
          </a:prstGeom>
          <a:noFill/>
          <a:ln/>
        </p:spPr>
        <p:txBody>
          <a:bodyPr wrap="square" lIns="91440" tIns="45720" rIns="91440" bIns="45720" rtlCol="0" anchor="t">
            <a:spAutoFit/>
          </a:bodyPr>
          <a:lstStyle/>
          <a:p>
            <a:pPr marL="0" indent="0" algn="l">
              <a:lnSpc>
                <a:spcPct val="100000"/>
              </a:lnSpc>
              <a:buNone/>
            </a:pPr>
            <a:r>
              <a:rPr lang="en-US" sz="2800" b="1" dirty="0">
                <a:solidFill>
                  <a:srgbClr val="1F74AD"/>
                </a:solidFill>
                <a:latin typeface="MiSans" pitchFamily="34" charset="0"/>
                <a:ea typeface="MiSans" pitchFamily="34" charset="-122"/>
                <a:cs typeface="MiSans" pitchFamily="34" charset="-120"/>
              </a:rPr>
              <a:t>前期准备</a:t>
            </a:r>
            <a:endParaRPr lang="en-US" sz="2000" dirty="0">
              <a:solidFill>
                <a:srgbClr val="1F74AD"/>
              </a:solidFill>
            </a:endParaRPr>
          </a:p>
        </p:txBody>
      </p:sp>
      <p:sp>
        <p:nvSpPr>
          <p:cNvPr id="19" name="Text 17"/>
          <p:cNvSpPr/>
          <p:nvPr/>
        </p:nvSpPr>
        <p:spPr>
          <a:xfrm>
            <a:off x="929005" y="5386705"/>
            <a:ext cx="10249200" cy="1137556"/>
          </a:xfrm>
          <a:prstGeom prst="rect">
            <a:avLst/>
          </a:prstGeom>
          <a:noFill/>
          <a:ln/>
        </p:spPr>
        <p:txBody>
          <a:bodyPr wrap="square" lIns="91440" tIns="45720" rIns="91440" bIns="45720" rtlCol="0" anchor="t">
            <a:spAutoFit/>
          </a:bodyPr>
          <a:lstStyle/>
          <a:p>
            <a:pPr marL="0" indent="0" algn="just">
              <a:lnSpc>
                <a:spcPct val="130000"/>
              </a:lnSpc>
              <a:buNone/>
            </a:pPr>
            <a:r>
              <a:rPr lang="en-US" dirty="0">
                <a:solidFill>
                  <a:srgbClr val="2B2F36"/>
                </a:solidFill>
                <a:latin typeface="微软雅黑" panose="020B0503020204020204" pitchFamily="34" charset="-122"/>
                <a:ea typeface="微软雅黑" panose="020B0503020204020204" pitchFamily="34" charset="-122"/>
                <a:cs typeface="MiSans" pitchFamily="34" charset="-120"/>
              </a:rPr>
              <a:t>通过文献调查与市场分析，了解蒙牛和伊利在国内外市场的基本情况。联系蒙牛和伊利相关的生产基地、奶源供应商、物流团队等，确保能够实地参访。组织团队会议，明确调研目标，制定具体的访谈提纲，并准备好相关问卷与采访工具。</a:t>
            </a:r>
            <a:endParaRPr lang="en-US" sz="2000" dirty="0">
              <a:latin typeface="微软雅黑" panose="020B0503020204020204" pitchFamily="34" charset="-122"/>
              <a:ea typeface="微软雅黑" panose="020B0503020204020204" pitchFamily="34" charset="-122"/>
            </a:endParaRPr>
          </a:p>
        </p:txBody>
      </p:sp>
      <p:sp>
        <p:nvSpPr>
          <p:cNvPr id="20" name="Shape 18"/>
          <p:cNvSpPr/>
          <p:nvPr/>
        </p:nvSpPr>
        <p:spPr>
          <a:xfrm rot="5400000">
            <a:off x="467360" y="410210"/>
            <a:ext cx="330200" cy="330200"/>
          </a:xfrm>
          <a:prstGeom prst="triangle">
            <a:avLst/>
          </a:prstGeom>
          <a:solidFill>
            <a:srgbClr val="9DC3E6"/>
          </a:solidFill>
          <a:ln/>
        </p:spPr>
        <p:txBody>
          <a:bodyPr/>
          <a:lstStyle/>
          <a:p>
            <a:endParaRPr lang="zh-CN" altLang="en-US"/>
          </a:p>
        </p:txBody>
      </p:sp>
      <p:sp>
        <p:nvSpPr>
          <p:cNvPr id="21" name="Text 19"/>
          <p:cNvSpPr/>
          <p:nvPr/>
        </p:nvSpPr>
        <p:spPr>
          <a:xfrm rot="5400000">
            <a:off x="467360" y="410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20"/>
          <p:cNvSpPr/>
          <p:nvPr/>
        </p:nvSpPr>
        <p:spPr>
          <a:xfrm rot="5400000">
            <a:off x="594360" y="537210"/>
            <a:ext cx="330200" cy="330200"/>
          </a:xfrm>
          <a:prstGeom prst="triangle">
            <a:avLst/>
          </a:prstGeom>
          <a:solidFill>
            <a:srgbClr val="F6F4ED"/>
          </a:solidFill>
          <a:ln/>
        </p:spPr>
      </p:sp>
      <p:sp>
        <p:nvSpPr>
          <p:cNvPr id="23" name="Text 21"/>
          <p:cNvSpPr/>
          <p:nvPr/>
        </p:nvSpPr>
        <p:spPr>
          <a:xfrm rot="5400000">
            <a:off x="594360" y="537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1223645" y="410210"/>
            <a:ext cx="10782935" cy="429617"/>
          </a:xfrm>
          <a:prstGeom prst="rect">
            <a:avLst/>
          </a:prstGeom>
          <a:noFill/>
          <a:ln/>
        </p:spPr>
        <p:txBody>
          <a:bodyPr wrap="square" lIns="91440" tIns="45720" rIns="91440" bIns="45720" rtlCol="0" anchor="t">
            <a:spAutoFit/>
          </a:bodyPr>
          <a:lstStyle/>
          <a:p>
            <a:pPr marL="0" indent="0" algn="just">
              <a:lnSpc>
                <a:spcPct val="100000"/>
              </a:lnSpc>
              <a:buNone/>
            </a:pPr>
            <a:r>
              <a:rPr lang="en-US" sz="2800" b="1" dirty="0">
                <a:solidFill>
                  <a:srgbClr val="000000"/>
                </a:solidFill>
                <a:latin typeface="MiSans" pitchFamily="34" charset="0"/>
                <a:ea typeface="MiSans" pitchFamily="34" charset="-122"/>
                <a:cs typeface="MiSans" pitchFamily="34" charset="-120"/>
              </a:rPr>
              <a:t>调研计划与前期准备</a:t>
            </a:r>
            <a:endParaRPr lang="en-US" sz="1600" dirty="0"/>
          </a:p>
        </p:txBody>
      </p:sp>
      <p:grpSp>
        <p:nvGrpSpPr>
          <p:cNvPr id="25" name="组合 24">
            <a:extLst>
              <a:ext uri="{FF2B5EF4-FFF2-40B4-BE49-F238E27FC236}">
                <a16:creationId xmlns:a16="http://schemas.microsoft.com/office/drawing/2014/main" id="{E99828C7-2008-0176-B8EB-774366BA739A}"/>
              </a:ext>
            </a:extLst>
          </p:cNvPr>
          <p:cNvGrpSpPr/>
          <p:nvPr/>
        </p:nvGrpSpPr>
        <p:grpSpPr>
          <a:xfrm>
            <a:off x="-1187736" y="584280"/>
            <a:ext cx="874983" cy="5476709"/>
            <a:chOff x="-1357426" y="295303"/>
            <a:chExt cx="874983" cy="5476709"/>
          </a:xfrm>
        </p:grpSpPr>
        <p:pic>
          <p:nvPicPr>
            <p:cNvPr id="26" name="图片 25">
              <a:extLst>
                <a:ext uri="{FF2B5EF4-FFF2-40B4-BE49-F238E27FC236}">
                  <a16:creationId xmlns:a16="http://schemas.microsoft.com/office/drawing/2014/main" id="{78A64A8E-7E89-86A8-EE45-B0880AA4A4F6}"/>
                </a:ext>
              </a:extLst>
            </p:cNvPr>
            <p:cNvPicPr>
              <a:picLocks noChangeAspect="1"/>
            </p:cNvPicPr>
            <p:nvPr/>
          </p:nvPicPr>
          <p:blipFill>
            <a:blip r:embed="rId3"/>
            <a:stretch>
              <a:fillRect/>
            </a:stretch>
          </p:blipFill>
          <p:spPr>
            <a:xfrm>
              <a:off x="-1357425" y="2199638"/>
              <a:ext cx="874982" cy="3572374"/>
            </a:xfrm>
            <a:prstGeom prst="rect">
              <a:avLst/>
            </a:prstGeom>
          </p:spPr>
        </p:pic>
        <p:pic>
          <p:nvPicPr>
            <p:cNvPr id="27" name="图片 26">
              <a:extLst>
                <a:ext uri="{FF2B5EF4-FFF2-40B4-BE49-F238E27FC236}">
                  <a16:creationId xmlns:a16="http://schemas.microsoft.com/office/drawing/2014/main" id="{625762AF-9C4E-E8F4-C363-0090814AC87E}"/>
                </a:ext>
              </a:extLst>
            </p:cNvPr>
            <p:cNvPicPr>
              <a:picLocks noChangeAspect="1"/>
            </p:cNvPicPr>
            <p:nvPr/>
          </p:nvPicPr>
          <p:blipFill>
            <a:blip r:embed="rId4"/>
            <a:stretch>
              <a:fillRect/>
            </a:stretch>
          </p:blipFill>
          <p:spPr>
            <a:xfrm>
              <a:off x="-1357426" y="295303"/>
              <a:ext cx="869897" cy="790685"/>
            </a:xfrm>
            <a:prstGeom prst="rect">
              <a:avLst/>
            </a:prstGeom>
          </p:spPr>
        </p:pic>
        <p:pic>
          <p:nvPicPr>
            <p:cNvPr id="28" name="图片 27">
              <a:extLst>
                <a:ext uri="{FF2B5EF4-FFF2-40B4-BE49-F238E27FC236}">
                  <a16:creationId xmlns:a16="http://schemas.microsoft.com/office/drawing/2014/main" id="{97576439-2115-8827-95D0-451AA6400A0E}"/>
                </a:ext>
              </a:extLst>
            </p:cNvPr>
            <p:cNvPicPr>
              <a:picLocks noChangeAspect="1"/>
            </p:cNvPicPr>
            <p:nvPr/>
          </p:nvPicPr>
          <p:blipFill>
            <a:blip r:embed="rId5"/>
            <a:stretch>
              <a:fillRect/>
            </a:stretch>
          </p:blipFill>
          <p:spPr>
            <a:xfrm>
              <a:off x="-1352340" y="1245910"/>
              <a:ext cx="869897" cy="79068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4:29-d0shrpc75iks832je7g0.png"/>
          <p:cNvPicPr>
            <a:picLocks noChangeAspect="1"/>
          </p:cNvPicPr>
          <p:nvPr/>
        </p:nvPicPr>
        <p:blipFill>
          <a:blip r:embed="rId3"/>
          <a:stretch>
            <a:fillRect/>
          </a:stretch>
        </p:blipFill>
        <p:spPr>
          <a:xfrm>
            <a:off x="30480" y="1684020"/>
            <a:ext cx="12192000" cy="1744980"/>
          </a:xfrm>
          <a:prstGeom prst="rect">
            <a:avLst/>
          </a:prstGeom>
        </p:spPr>
      </p:pic>
      <p:sp>
        <p:nvSpPr>
          <p:cNvPr id="3" name="Shape 0"/>
          <p:cNvSpPr/>
          <p:nvPr/>
        </p:nvSpPr>
        <p:spPr>
          <a:xfrm>
            <a:off x="2196561" y="2473621"/>
            <a:ext cx="1459038" cy="1459038"/>
          </a:xfrm>
          <a:prstGeom prst="ellipse">
            <a:avLst/>
          </a:prstGeom>
          <a:solidFill>
            <a:srgbClr val="FFFFFF"/>
          </a:solidFill>
          <a:ln w="19050">
            <a:solidFill>
              <a:srgbClr val="2E536D"/>
            </a:solidFill>
            <a:prstDash val="solid"/>
          </a:ln>
        </p:spPr>
      </p:sp>
      <p:sp>
        <p:nvSpPr>
          <p:cNvPr id="4" name="Text 1"/>
          <p:cNvSpPr/>
          <p:nvPr/>
        </p:nvSpPr>
        <p:spPr>
          <a:xfrm>
            <a:off x="2196561" y="2473621"/>
            <a:ext cx="1459038" cy="145903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2388111" y="2665171"/>
            <a:ext cx="1075939" cy="1075939"/>
          </a:xfrm>
          <a:prstGeom prst="ellipse">
            <a:avLst/>
          </a:prstGeom>
          <a:solidFill>
            <a:srgbClr val="2B4348"/>
          </a:solidFill>
          <a:ln/>
        </p:spPr>
        <p:txBody>
          <a:bodyPr/>
          <a:lstStyle/>
          <a:p>
            <a:endParaRPr lang="zh-CN" altLang="en-US"/>
          </a:p>
        </p:txBody>
      </p:sp>
      <p:sp>
        <p:nvSpPr>
          <p:cNvPr id="6" name="Text 3"/>
          <p:cNvSpPr/>
          <p:nvPr/>
        </p:nvSpPr>
        <p:spPr>
          <a:xfrm>
            <a:off x="2388111" y="2665171"/>
            <a:ext cx="1075939" cy="1075939"/>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a:off x="5366481" y="2473621"/>
            <a:ext cx="1459038" cy="1459038"/>
          </a:xfrm>
          <a:prstGeom prst="ellipse">
            <a:avLst/>
          </a:prstGeom>
          <a:solidFill>
            <a:srgbClr val="FFFFFF"/>
          </a:solidFill>
          <a:ln w="19050">
            <a:solidFill>
              <a:srgbClr val="BFBFBF"/>
            </a:solidFill>
            <a:prstDash val="solid"/>
          </a:ln>
        </p:spPr>
      </p:sp>
      <p:sp>
        <p:nvSpPr>
          <p:cNvPr id="8" name="Text 5"/>
          <p:cNvSpPr/>
          <p:nvPr/>
        </p:nvSpPr>
        <p:spPr>
          <a:xfrm>
            <a:off x="5366481" y="2473621"/>
            <a:ext cx="1459038" cy="145903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a:off x="5558031" y="2665171"/>
            <a:ext cx="1075939" cy="1075939"/>
          </a:xfrm>
          <a:prstGeom prst="ellipse">
            <a:avLst/>
          </a:prstGeom>
          <a:solidFill>
            <a:srgbClr val="CFCFBD"/>
          </a:solidFill>
          <a:ln/>
        </p:spPr>
      </p:sp>
      <p:sp>
        <p:nvSpPr>
          <p:cNvPr id="10" name="Text 7"/>
          <p:cNvSpPr/>
          <p:nvPr/>
        </p:nvSpPr>
        <p:spPr>
          <a:xfrm>
            <a:off x="5558031" y="2665171"/>
            <a:ext cx="1075939" cy="1075939"/>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8536401" y="2452880"/>
            <a:ext cx="1459038" cy="1459038"/>
          </a:xfrm>
          <a:prstGeom prst="ellipse">
            <a:avLst/>
          </a:prstGeom>
          <a:solidFill>
            <a:srgbClr val="FFFFFF"/>
          </a:solidFill>
          <a:ln w="19050">
            <a:solidFill>
              <a:srgbClr val="2E536D"/>
            </a:solidFill>
            <a:prstDash val="solid"/>
          </a:ln>
        </p:spPr>
        <p:txBody>
          <a:bodyPr/>
          <a:lstStyle/>
          <a:p>
            <a:endParaRPr lang="zh-CN" altLang="en-US"/>
          </a:p>
        </p:txBody>
      </p:sp>
      <p:sp>
        <p:nvSpPr>
          <p:cNvPr id="12" name="Text 9"/>
          <p:cNvSpPr/>
          <p:nvPr/>
        </p:nvSpPr>
        <p:spPr>
          <a:xfrm>
            <a:off x="8536401" y="2473621"/>
            <a:ext cx="1459038" cy="145903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8727951" y="2665171"/>
            <a:ext cx="1075939" cy="1075939"/>
          </a:xfrm>
          <a:prstGeom prst="ellipse">
            <a:avLst/>
          </a:prstGeom>
          <a:solidFill>
            <a:srgbClr val="2B4348"/>
          </a:solidFill>
          <a:ln/>
        </p:spPr>
        <p:txBody>
          <a:bodyPr/>
          <a:lstStyle/>
          <a:p>
            <a:endParaRPr lang="zh-CN" altLang="en-US"/>
          </a:p>
        </p:txBody>
      </p:sp>
      <p:sp>
        <p:nvSpPr>
          <p:cNvPr id="14" name="Text 11"/>
          <p:cNvSpPr/>
          <p:nvPr/>
        </p:nvSpPr>
        <p:spPr>
          <a:xfrm>
            <a:off x="8727951" y="2665171"/>
            <a:ext cx="1075939" cy="1075939"/>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2552868" y="2907327"/>
            <a:ext cx="726482" cy="584775"/>
          </a:xfrm>
          <a:prstGeom prst="rect">
            <a:avLst/>
          </a:prstGeom>
          <a:solidFill>
            <a:srgbClr val="000000">
              <a:alpha val="0"/>
            </a:srgbClr>
          </a:solidFill>
          <a:ln/>
        </p:spPr>
      </p:sp>
      <p:sp>
        <p:nvSpPr>
          <p:cNvPr id="16" name="Text 13"/>
          <p:cNvSpPr/>
          <p:nvPr/>
        </p:nvSpPr>
        <p:spPr>
          <a:xfrm>
            <a:off x="2552868" y="2907327"/>
            <a:ext cx="726482" cy="584775"/>
          </a:xfrm>
          <a:prstGeom prst="rect">
            <a:avLst/>
          </a:prstGeom>
          <a:noFill/>
          <a:ln/>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0"/>
                <a:ea typeface="MiSans" pitchFamily="34" charset="-122"/>
                <a:cs typeface="MiSans" pitchFamily="34" charset="-120"/>
              </a:rPr>
              <a:t>01</a:t>
            </a:r>
            <a:endParaRPr lang="en-US" sz="1600" dirty="0"/>
          </a:p>
        </p:txBody>
      </p:sp>
      <p:sp>
        <p:nvSpPr>
          <p:cNvPr id="17" name="Shape 14"/>
          <p:cNvSpPr/>
          <p:nvPr/>
        </p:nvSpPr>
        <p:spPr>
          <a:xfrm>
            <a:off x="5722788" y="2907327"/>
            <a:ext cx="726482" cy="584775"/>
          </a:xfrm>
          <a:prstGeom prst="rect">
            <a:avLst/>
          </a:prstGeom>
          <a:solidFill>
            <a:srgbClr val="000000">
              <a:alpha val="0"/>
            </a:srgbClr>
          </a:solidFill>
          <a:ln/>
        </p:spPr>
      </p:sp>
      <p:sp>
        <p:nvSpPr>
          <p:cNvPr id="18" name="Text 15"/>
          <p:cNvSpPr/>
          <p:nvPr/>
        </p:nvSpPr>
        <p:spPr>
          <a:xfrm>
            <a:off x="5722788" y="2907327"/>
            <a:ext cx="726482" cy="584775"/>
          </a:xfrm>
          <a:prstGeom prst="rect">
            <a:avLst/>
          </a:prstGeom>
          <a:noFill/>
          <a:ln/>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0"/>
                <a:ea typeface="MiSans" pitchFamily="34" charset="-122"/>
                <a:cs typeface="MiSans" pitchFamily="34" charset="-120"/>
              </a:rPr>
              <a:t>02</a:t>
            </a:r>
            <a:endParaRPr lang="en-US" sz="1600" dirty="0"/>
          </a:p>
        </p:txBody>
      </p:sp>
      <p:sp>
        <p:nvSpPr>
          <p:cNvPr id="19" name="Shape 16"/>
          <p:cNvSpPr/>
          <p:nvPr/>
        </p:nvSpPr>
        <p:spPr>
          <a:xfrm>
            <a:off x="8912650" y="2907327"/>
            <a:ext cx="726482" cy="584775"/>
          </a:xfrm>
          <a:prstGeom prst="rect">
            <a:avLst/>
          </a:prstGeom>
          <a:solidFill>
            <a:srgbClr val="000000">
              <a:alpha val="0"/>
            </a:srgbClr>
          </a:solidFill>
          <a:ln/>
        </p:spPr>
      </p:sp>
      <p:sp>
        <p:nvSpPr>
          <p:cNvPr id="20" name="Text 17"/>
          <p:cNvSpPr/>
          <p:nvPr/>
        </p:nvSpPr>
        <p:spPr>
          <a:xfrm>
            <a:off x="8912650" y="2907327"/>
            <a:ext cx="726482" cy="584775"/>
          </a:xfrm>
          <a:prstGeom prst="rect">
            <a:avLst/>
          </a:prstGeom>
          <a:noFill/>
          <a:ln/>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0"/>
                <a:ea typeface="MiSans" pitchFamily="34" charset="-122"/>
                <a:cs typeface="MiSans" pitchFamily="34" charset="-120"/>
              </a:rPr>
              <a:t>03</a:t>
            </a:r>
            <a:endParaRPr lang="en-US" sz="1600" dirty="0"/>
          </a:p>
        </p:txBody>
      </p:sp>
      <p:sp>
        <p:nvSpPr>
          <p:cNvPr id="21" name="Text 18"/>
          <p:cNvSpPr/>
          <p:nvPr/>
        </p:nvSpPr>
        <p:spPr>
          <a:xfrm>
            <a:off x="1376045" y="3876538"/>
            <a:ext cx="3100705" cy="405624"/>
          </a:xfrm>
          <a:prstGeom prst="rect">
            <a:avLst/>
          </a:prstGeom>
          <a:noFill/>
          <a:ln/>
        </p:spPr>
        <p:txBody>
          <a:bodyPr wrap="square" lIns="0" tIns="0" rIns="0" bIns="35941" rtlCol="0" anchor="b">
            <a:spAutoFit/>
          </a:bodyPr>
          <a:lstStyle/>
          <a:p>
            <a:pPr marL="0" indent="0" algn="l">
              <a:lnSpc>
                <a:spcPct val="100000"/>
              </a:lnSpc>
              <a:buNone/>
            </a:pPr>
            <a:r>
              <a:rPr lang="en-US" sz="2400" b="1" dirty="0">
                <a:solidFill>
                  <a:srgbClr val="A18F50"/>
                </a:solidFill>
                <a:latin typeface="MiSans" pitchFamily="34" charset="0"/>
                <a:ea typeface="MiSans" pitchFamily="34" charset="-122"/>
                <a:cs typeface="MiSans" pitchFamily="34" charset="-120"/>
              </a:rPr>
              <a:t>第1-2天</a:t>
            </a:r>
            <a:endParaRPr lang="en-US" sz="2400" dirty="0"/>
          </a:p>
        </p:txBody>
      </p:sp>
      <p:sp>
        <p:nvSpPr>
          <p:cNvPr id="22" name="Text 19"/>
          <p:cNvSpPr/>
          <p:nvPr/>
        </p:nvSpPr>
        <p:spPr>
          <a:xfrm>
            <a:off x="1376045" y="4394835"/>
            <a:ext cx="2872740" cy="930896"/>
          </a:xfrm>
          <a:prstGeom prst="rect">
            <a:avLst/>
          </a:prstGeom>
          <a:noFill/>
          <a:ln/>
        </p:spPr>
        <p:txBody>
          <a:bodyPr wrap="square" lIns="0" tIns="0" rIns="0" bIns="0" rtlCol="0" anchor="t">
            <a:spAutoFit/>
          </a:bodyPr>
          <a:lstStyle/>
          <a:p>
            <a:pPr marL="0" indent="0" algn="just">
              <a:lnSpc>
                <a:spcPct val="130000"/>
              </a:lnSpc>
              <a:buNone/>
            </a:pPr>
            <a:r>
              <a:rPr lang="en-US" sz="1600" dirty="0">
                <a:solidFill>
                  <a:srgbClr val="2B2F36"/>
                </a:solidFill>
                <a:latin typeface="MiSans" pitchFamily="34" charset="0"/>
                <a:ea typeface="MiSans" pitchFamily="34" charset="-122"/>
                <a:cs typeface="MiSans" pitchFamily="34" charset="-120"/>
              </a:rPr>
              <a:t>团队成员集合，进行调研计划的最终确认与任务分工，前往呼和浩特，并进行初步的产业走访。</a:t>
            </a:r>
            <a:endParaRPr lang="en-US" dirty="0"/>
          </a:p>
        </p:txBody>
      </p:sp>
      <p:sp>
        <p:nvSpPr>
          <p:cNvPr id="23" name="Text 20"/>
          <p:cNvSpPr/>
          <p:nvPr/>
        </p:nvSpPr>
        <p:spPr>
          <a:xfrm>
            <a:off x="4708525" y="3876538"/>
            <a:ext cx="3100705" cy="405624"/>
          </a:xfrm>
          <a:prstGeom prst="rect">
            <a:avLst/>
          </a:prstGeom>
          <a:noFill/>
          <a:ln/>
        </p:spPr>
        <p:txBody>
          <a:bodyPr wrap="square" lIns="0" tIns="0" rIns="0" bIns="35941" rtlCol="0" anchor="b">
            <a:spAutoFit/>
          </a:bodyPr>
          <a:lstStyle/>
          <a:p>
            <a:pPr marL="0" indent="0" algn="just">
              <a:lnSpc>
                <a:spcPct val="100000"/>
              </a:lnSpc>
              <a:buNone/>
            </a:pPr>
            <a:r>
              <a:rPr lang="en-US" sz="2400" b="1" dirty="0">
                <a:solidFill>
                  <a:srgbClr val="A18F50"/>
                </a:solidFill>
                <a:latin typeface="MiSans" pitchFamily="34" charset="0"/>
                <a:ea typeface="MiSans" pitchFamily="34" charset="-122"/>
                <a:cs typeface="MiSans" pitchFamily="34" charset="-120"/>
              </a:rPr>
              <a:t>第3-5天</a:t>
            </a:r>
            <a:endParaRPr lang="en-US" sz="2400" dirty="0"/>
          </a:p>
        </p:txBody>
      </p:sp>
      <p:sp>
        <p:nvSpPr>
          <p:cNvPr id="24" name="Text 21"/>
          <p:cNvSpPr/>
          <p:nvPr/>
        </p:nvSpPr>
        <p:spPr>
          <a:xfrm>
            <a:off x="4708525" y="4394835"/>
            <a:ext cx="2872740" cy="930896"/>
          </a:xfrm>
          <a:prstGeom prst="rect">
            <a:avLst/>
          </a:prstGeom>
          <a:noFill/>
          <a:ln/>
        </p:spPr>
        <p:txBody>
          <a:bodyPr wrap="square" lIns="0" tIns="0" rIns="0" bIns="0" rtlCol="0" anchor="t">
            <a:spAutoFit/>
          </a:bodyPr>
          <a:lstStyle/>
          <a:p>
            <a:pPr marL="0" indent="0" algn="just">
              <a:lnSpc>
                <a:spcPct val="130000"/>
              </a:lnSpc>
              <a:buNone/>
            </a:pPr>
            <a:r>
              <a:rPr lang="en-US" sz="1600" dirty="0">
                <a:solidFill>
                  <a:srgbClr val="2B2F36"/>
                </a:solidFill>
                <a:latin typeface="MiSans" pitchFamily="34" charset="0"/>
                <a:ea typeface="MiSans" pitchFamily="34" charset="-122"/>
                <a:cs typeface="MiSans" pitchFamily="34" charset="-120"/>
              </a:rPr>
              <a:t>参观蒙牛与伊利的生产基地，了解奶源采集、乳制品加工、产品包装等环节，进行现场采访。</a:t>
            </a:r>
            <a:endParaRPr lang="en-US" dirty="0"/>
          </a:p>
        </p:txBody>
      </p:sp>
      <p:sp>
        <p:nvSpPr>
          <p:cNvPr id="25" name="Text 22"/>
          <p:cNvSpPr/>
          <p:nvPr/>
        </p:nvSpPr>
        <p:spPr>
          <a:xfrm>
            <a:off x="8229600" y="3876538"/>
            <a:ext cx="3100705" cy="405624"/>
          </a:xfrm>
          <a:prstGeom prst="rect">
            <a:avLst/>
          </a:prstGeom>
          <a:noFill/>
          <a:ln/>
        </p:spPr>
        <p:txBody>
          <a:bodyPr wrap="square" lIns="0" tIns="0" rIns="0" bIns="35941" rtlCol="0" anchor="b">
            <a:spAutoFit/>
          </a:bodyPr>
          <a:lstStyle/>
          <a:p>
            <a:pPr marL="0" indent="0" algn="just">
              <a:lnSpc>
                <a:spcPct val="100000"/>
              </a:lnSpc>
              <a:buNone/>
            </a:pPr>
            <a:r>
              <a:rPr lang="en-US" sz="2400" b="1" dirty="0">
                <a:solidFill>
                  <a:srgbClr val="A18F50"/>
                </a:solidFill>
                <a:latin typeface="MiSans" pitchFamily="34" charset="0"/>
                <a:ea typeface="MiSans" pitchFamily="34" charset="-122"/>
                <a:cs typeface="MiSans" pitchFamily="34" charset="-120"/>
              </a:rPr>
              <a:t>第6-7天</a:t>
            </a:r>
            <a:endParaRPr lang="en-US" sz="2400" dirty="0"/>
          </a:p>
        </p:txBody>
      </p:sp>
      <p:sp>
        <p:nvSpPr>
          <p:cNvPr id="26" name="Text 23"/>
          <p:cNvSpPr/>
          <p:nvPr/>
        </p:nvSpPr>
        <p:spPr>
          <a:xfrm>
            <a:off x="8229600" y="4394835"/>
            <a:ext cx="2872740" cy="930896"/>
          </a:xfrm>
          <a:prstGeom prst="rect">
            <a:avLst/>
          </a:prstGeom>
          <a:noFill/>
          <a:ln/>
        </p:spPr>
        <p:txBody>
          <a:bodyPr wrap="square" lIns="0" tIns="0" rIns="0" bIns="0" rtlCol="0" anchor="t">
            <a:spAutoFit/>
          </a:bodyPr>
          <a:lstStyle/>
          <a:p>
            <a:pPr marL="0" indent="0" algn="just">
              <a:lnSpc>
                <a:spcPct val="130000"/>
              </a:lnSpc>
              <a:buNone/>
            </a:pPr>
            <a:r>
              <a:rPr lang="en-US" sz="1600" dirty="0">
                <a:solidFill>
                  <a:srgbClr val="2B2F36"/>
                </a:solidFill>
                <a:latin typeface="MiSans" pitchFamily="34" charset="0"/>
                <a:ea typeface="MiSans" pitchFamily="34" charset="-122"/>
                <a:cs typeface="MiSans" pitchFamily="34" charset="-120"/>
              </a:rPr>
              <a:t>深入采访奶农与地方供应商，了解奶源种植和生产的具体流程，调查奶制品的市场分布情况。</a:t>
            </a:r>
            <a:endParaRPr lang="en-US" dirty="0"/>
          </a:p>
        </p:txBody>
      </p:sp>
      <p:sp>
        <p:nvSpPr>
          <p:cNvPr id="27" name="Shape 24"/>
          <p:cNvSpPr/>
          <p:nvPr/>
        </p:nvSpPr>
        <p:spPr>
          <a:xfrm>
            <a:off x="422910" y="6374130"/>
            <a:ext cx="215900" cy="215900"/>
          </a:xfrm>
          <a:prstGeom prst="roundRect">
            <a:avLst>
              <a:gd name="adj" fmla="val 50000"/>
            </a:avLst>
          </a:prstGeom>
          <a:solidFill>
            <a:srgbClr val="F6F4ED"/>
          </a:solidFill>
          <a:ln/>
        </p:spPr>
      </p:sp>
      <p:sp>
        <p:nvSpPr>
          <p:cNvPr id="28" name="Text 25"/>
          <p:cNvSpPr/>
          <p:nvPr/>
        </p:nvSpPr>
        <p:spPr>
          <a:xfrm>
            <a:off x="422910" y="6374130"/>
            <a:ext cx="215900" cy="2159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a:off x="549910" y="6374130"/>
            <a:ext cx="215900" cy="215900"/>
          </a:xfrm>
          <a:prstGeom prst="roundRect">
            <a:avLst>
              <a:gd name="adj" fmla="val 50000"/>
            </a:avLst>
          </a:prstGeom>
          <a:solidFill>
            <a:srgbClr val="000000">
              <a:alpha val="0"/>
            </a:srgbClr>
          </a:solidFill>
          <a:ln w="19050">
            <a:solidFill>
              <a:srgbClr val="F6F4ED"/>
            </a:solidFill>
            <a:prstDash val="solid"/>
          </a:ln>
        </p:spPr>
      </p:sp>
      <p:sp>
        <p:nvSpPr>
          <p:cNvPr id="30" name="Text 27"/>
          <p:cNvSpPr/>
          <p:nvPr/>
        </p:nvSpPr>
        <p:spPr>
          <a:xfrm>
            <a:off x="549910" y="6374130"/>
            <a:ext cx="215900" cy="2159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1" name="Shape 28"/>
          <p:cNvSpPr/>
          <p:nvPr/>
        </p:nvSpPr>
        <p:spPr>
          <a:xfrm rot="5400000">
            <a:off x="467360" y="410210"/>
            <a:ext cx="330200" cy="330200"/>
          </a:xfrm>
          <a:prstGeom prst="triangle">
            <a:avLst/>
          </a:prstGeom>
          <a:solidFill>
            <a:srgbClr val="0E78C3"/>
          </a:solidFill>
          <a:ln/>
        </p:spPr>
        <p:txBody>
          <a:bodyPr/>
          <a:lstStyle/>
          <a:p>
            <a:endParaRPr lang="zh-CN" altLang="en-US"/>
          </a:p>
        </p:txBody>
      </p:sp>
      <p:sp>
        <p:nvSpPr>
          <p:cNvPr id="32" name="Text 29"/>
          <p:cNvSpPr/>
          <p:nvPr/>
        </p:nvSpPr>
        <p:spPr>
          <a:xfrm rot="5400000">
            <a:off x="467360" y="410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3" name="Shape 30"/>
          <p:cNvSpPr/>
          <p:nvPr/>
        </p:nvSpPr>
        <p:spPr>
          <a:xfrm rot="5400000">
            <a:off x="594360" y="537210"/>
            <a:ext cx="330200" cy="330200"/>
          </a:xfrm>
          <a:prstGeom prst="triangle">
            <a:avLst/>
          </a:prstGeom>
          <a:solidFill>
            <a:srgbClr val="F6F4ED"/>
          </a:solidFill>
          <a:ln/>
        </p:spPr>
      </p:sp>
      <p:sp>
        <p:nvSpPr>
          <p:cNvPr id="34" name="Text 31"/>
          <p:cNvSpPr/>
          <p:nvPr/>
        </p:nvSpPr>
        <p:spPr>
          <a:xfrm rot="5400000">
            <a:off x="594360" y="537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35" name="Text 32"/>
          <p:cNvSpPr/>
          <p:nvPr/>
        </p:nvSpPr>
        <p:spPr>
          <a:xfrm>
            <a:off x="1223645" y="410210"/>
            <a:ext cx="10782935" cy="429617"/>
          </a:xfrm>
          <a:prstGeom prst="rect">
            <a:avLst/>
          </a:prstGeom>
          <a:noFill/>
          <a:ln/>
        </p:spPr>
        <p:txBody>
          <a:bodyPr wrap="square" lIns="91440" tIns="45720" rIns="91440" bIns="45720" rtlCol="0" anchor="t">
            <a:spAutoFit/>
          </a:bodyPr>
          <a:lstStyle/>
          <a:p>
            <a:pPr marL="0" indent="0" algn="just">
              <a:lnSpc>
                <a:spcPct val="100000"/>
              </a:lnSpc>
              <a:buNone/>
            </a:pPr>
            <a:r>
              <a:rPr lang="en-US" sz="2800" b="1" dirty="0">
                <a:solidFill>
                  <a:srgbClr val="000000"/>
                </a:solidFill>
                <a:latin typeface="MiSans" pitchFamily="34" charset="0"/>
                <a:ea typeface="MiSans" pitchFamily="34" charset="-122"/>
                <a:cs typeface="MiSans" pitchFamily="34" charset="-120"/>
              </a:rPr>
              <a:t>实践进度安排</a:t>
            </a:r>
            <a:endParaRPr lang="en-US" sz="1600" dirty="0"/>
          </a:p>
        </p:txBody>
      </p:sp>
      <p:grpSp>
        <p:nvGrpSpPr>
          <p:cNvPr id="36" name="组合 35">
            <a:extLst>
              <a:ext uri="{FF2B5EF4-FFF2-40B4-BE49-F238E27FC236}">
                <a16:creationId xmlns:a16="http://schemas.microsoft.com/office/drawing/2014/main" id="{5E7F779D-0AE3-E676-1D5A-32C49473BC4F}"/>
              </a:ext>
            </a:extLst>
          </p:cNvPr>
          <p:cNvGrpSpPr/>
          <p:nvPr/>
        </p:nvGrpSpPr>
        <p:grpSpPr>
          <a:xfrm>
            <a:off x="-1187736" y="584280"/>
            <a:ext cx="874983" cy="5476709"/>
            <a:chOff x="-1357426" y="295303"/>
            <a:chExt cx="874983" cy="5476709"/>
          </a:xfrm>
        </p:grpSpPr>
        <p:pic>
          <p:nvPicPr>
            <p:cNvPr id="37" name="图片 36">
              <a:extLst>
                <a:ext uri="{FF2B5EF4-FFF2-40B4-BE49-F238E27FC236}">
                  <a16:creationId xmlns:a16="http://schemas.microsoft.com/office/drawing/2014/main" id="{693BC868-C5B7-44A5-1753-BF8917C12D29}"/>
                </a:ext>
              </a:extLst>
            </p:cNvPr>
            <p:cNvPicPr>
              <a:picLocks noChangeAspect="1"/>
            </p:cNvPicPr>
            <p:nvPr/>
          </p:nvPicPr>
          <p:blipFill>
            <a:blip r:embed="rId4"/>
            <a:stretch>
              <a:fillRect/>
            </a:stretch>
          </p:blipFill>
          <p:spPr>
            <a:xfrm>
              <a:off x="-1357425" y="2199638"/>
              <a:ext cx="874982" cy="3572374"/>
            </a:xfrm>
            <a:prstGeom prst="rect">
              <a:avLst/>
            </a:prstGeom>
          </p:spPr>
        </p:pic>
        <p:pic>
          <p:nvPicPr>
            <p:cNvPr id="38" name="图片 37">
              <a:extLst>
                <a:ext uri="{FF2B5EF4-FFF2-40B4-BE49-F238E27FC236}">
                  <a16:creationId xmlns:a16="http://schemas.microsoft.com/office/drawing/2014/main" id="{191F164A-D316-806F-5299-7ED066393D08}"/>
                </a:ext>
              </a:extLst>
            </p:cNvPr>
            <p:cNvPicPr>
              <a:picLocks noChangeAspect="1"/>
            </p:cNvPicPr>
            <p:nvPr/>
          </p:nvPicPr>
          <p:blipFill>
            <a:blip r:embed="rId5"/>
            <a:stretch>
              <a:fillRect/>
            </a:stretch>
          </p:blipFill>
          <p:spPr>
            <a:xfrm>
              <a:off x="-1357426" y="295303"/>
              <a:ext cx="869897" cy="790685"/>
            </a:xfrm>
            <a:prstGeom prst="rect">
              <a:avLst/>
            </a:prstGeom>
          </p:spPr>
        </p:pic>
        <p:pic>
          <p:nvPicPr>
            <p:cNvPr id="39" name="图片 38">
              <a:extLst>
                <a:ext uri="{FF2B5EF4-FFF2-40B4-BE49-F238E27FC236}">
                  <a16:creationId xmlns:a16="http://schemas.microsoft.com/office/drawing/2014/main" id="{8AD80DA2-CE00-B209-314C-81B11DA45C96}"/>
                </a:ext>
              </a:extLst>
            </p:cNvPr>
            <p:cNvPicPr>
              <a:picLocks noChangeAspect="1"/>
            </p:cNvPicPr>
            <p:nvPr/>
          </p:nvPicPr>
          <p:blipFill>
            <a:blip r:embed="rId6"/>
            <a:stretch>
              <a:fillRect/>
            </a:stretch>
          </p:blipFill>
          <p:spPr>
            <a:xfrm>
              <a:off x="-1352340" y="1245910"/>
              <a:ext cx="869897" cy="790686"/>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5" y="5073650"/>
            <a:ext cx="12170410" cy="1784350"/>
          </a:xfrm>
          <a:prstGeom prst="rect">
            <a:avLst/>
          </a:prstGeom>
          <a:solidFill>
            <a:srgbClr val="9DC3E6"/>
          </a:solidFill>
          <a:ln/>
        </p:spPr>
        <p:txBody>
          <a:bodyPr/>
          <a:lstStyle/>
          <a:p>
            <a:endParaRPr lang="zh-CN" altLang="en-US">
              <a:solidFill>
                <a:srgbClr val="DEEBF7"/>
              </a:solidFill>
            </a:endParaRPr>
          </a:p>
        </p:txBody>
      </p:sp>
      <p:sp>
        <p:nvSpPr>
          <p:cNvPr id="3" name="Text 1"/>
          <p:cNvSpPr/>
          <p:nvPr/>
        </p:nvSpPr>
        <p:spPr>
          <a:xfrm>
            <a:off x="635" y="5073650"/>
            <a:ext cx="12170410" cy="178435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1F74AD"/>
          </a:solidFill>
          <a:ln/>
        </p:spPr>
        <p:txBody>
          <a:bodyPr/>
          <a:lstStyle/>
          <a:p>
            <a:endParaRPr lang="zh-CN" altLang="en-US"/>
          </a:p>
        </p:txBody>
      </p:sp>
      <p:sp>
        <p:nvSpPr>
          <p:cNvPr id="5" name="Text 3"/>
          <p:cNvSpPr/>
          <p:nvPr/>
        </p:nvSpPr>
        <p:spPr>
          <a:xfrm rot="5400000">
            <a:off x="467360" y="410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F6F4ED"/>
          </a:solidFill>
          <a:ln/>
        </p:spPr>
      </p:sp>
      <p:sp>
        <p:nvSpPr>
          <p:cNvPr id="7" name="Text 5"/>
          <p:cNvSpPr/>
          <p:nvPr/>
        </p:nvSpPr>
        <p:spPr>
          <a:xfrm rot="5400000">
            <a:off x="594360" y="537210"/>
            <a:ext cx="330200" cy="3302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a:ln/>
        </p:spPr>
        <p:txBody>
          <a:bodyPr wrap="square" lIns="91440" tIns="45720" rIns="91440" bIns="45720" rtlCol="0" anchor="t">
            <a:spAutoFit/>
          </a:bodyPr>
          <a:lstStyle/>
          <a:p>
            <a:pPr marL="0" indent="0" algn="just">
              <a:lnSpc>
                <a:spcPct val="100000"/>
              </a:lnSpc>
              <a:buNone/>
            </a:pPr>
            <a:r>
              <a:rPr lang="en-US" sz="2800" b="1" dirty="0">
                <a:solidFill>
                  <a:srgbClr val="000000"/>
                </a:solidFill>
                <a:latin typeface="MiSans" pitchFamily="34" charset="0"/>
                <a:ea typeface="MiSans" pitchFamily="34" charset="-122"/>
                <a:cs typeface="MiSans" pitchFamily="34" charset="-120"/>
              </a:rPr>
              <a:t>实践进度安排</a:t>
            </a:r>
            <a:endParaRPr lang="en-US" sz="1600" dirty="0"/>
          </a:p>
        </p:txBody>
      </p:sp>
      <p:sp>
        <p:nvSpPr>
          <p:cNvPr id="9" name="Shape 7"/>
          <p:cNvSpPr/>
          <p:nvPr/>
        </p:nvSpPr>
        <p:spPr>
          <a:xfrm>
            <a:off x="638810" y="6362065"/>
            <a:ext cx="215900" cy="215900"/>
          </a:xfrm>
          <a:prstGeom prst="roundRect">
            <a:avLst>
              <a:gd name="adj" fmla="val 50000"/>
            </a:avLst>
          </a:prstGeom>
          <a:solidFill>
            <a:srgbClr val="F6F4ED"/>
          </a:solidFill>
          <a:ln/>
        </p:spPr>
      </p:sp>
      <p:sp>
        <p:nvSpPr>
          <p:cNvPr id="10" name="Text 8"/>
          <p:cNvSpPr/>
          <p:nvPr/>
        </p:nvSpPr>
        <p:spPr>
          <a:xfrm>
            <a:off x="638810" y="6362065"/>
            <a:ext cx="215900" cy="2159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765810" y="6362065"/>
            <a:ext cx="215900" cy="215900"/>
          </a:xfrm>
          <a:prstGeom prst="roundRect">
            <a:avLst>
              <a:gd name="adj" fmla="val 50000"/>
            </a:avLst>
          </a:prstGeom>
          <a:solidFill>
            <a:srgbClr val="000000">
              <a:alpha val="0"/>
            </a:srgbClr>
          </a:solidFill>
          <a:ln w="19050">
            <a:solidFill>
              <a:srgbClr val="F6F4ED"/>
            </a:solidFill>
            <a:prstDash val="solid"/>
          </a:ln>
        </p:spPr>
      </p:sp>
      <p:sp>
        <p:nvSpPr>
          <p:cNvPr id="12" name="Text 10"/>
          <p:cNvSpPr/>
          <p:nvPr/>
        </p:nvSpPr>
        <p:spPr>
          <a:xfrm>
            <a:off x="765810" y="6362065"/>
            <a:ext cx="215900" cy="2159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1128395" y="1508760"/>
            <a:ext cx="9935845" cy="4114800"/>
          </a:xfrm>
          <a:prstGeom prst="roundRect">
            <a:avLst>
              <a:gd name="adj" fmla="val 0"/>
            </a:avLst>
          </a:prstGeom>
          <a:solidFill>
            <a:srgbClr val="FFFFFF"/>
          </a:solidFill>
          <a:ln w="19050">
            <a:solidFill>
              <a:schemeClr val="accent1"/>
            </a:solidFill>
            <a:prstDash val="solid"/>
          </a:ln>
        </p:spPr>
        <p:txBody>
          <a:bodyPr/>
          <a:lstStyle/>
          <a:p>
            <a:endParaRPr lang="zh-CN" altLang="en-US"/>
          </a:p>
        </p:txBody>
      </p:sp>
      <p:sp>
        <p:nvSpPr>
          <p:cNvPr id="14" name="Text 12"/>
          <p:cNvSpPr/>
          <p:nvPr/>
        </p:nvSpPr>
        <p:spPr>
          <a:xfrm>
            <a:off x="1128395" y="1508760"/>
            <a:ext cx="9935845" cy="41148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1488317" y="3566160"/>
            <a:ext cx="9216000" cy="0"/>
          </a:xfrm>
          <a:prstGeom prst="line">
            <a:avLst/>
          </a:prstGeom>
          <a:noFill/>
          <a:ln w="12700">
            <a:solidFill>
              <a:srgbClr val="3A5A60"/>
            </a:solidFill>
            <a:prstDash val="dash"/>
            <a:headEnd type="none"/>
            <a:tailEnd type="none"/>
          </a:ln>
        </p:spPr>
      </p:sp>
      <p:sp>
        <p:nvSpPr>
          <p:cNvPr id="16" name="Text 14"/>
          <p:cNvSpPr/>
          <p:nvPr/>
        </p:nvSpPr>
        <p:spPr>
          <a:xfrm>
            <a:off x="1448435" y="2273300"/>
            <a:ext cx="9295130" cy="777457"/>
          </a:xfrm>
          <a:prstGeom prst="rect">
            <a:avLst/>
          </a:prstGeom>
          <a:noFill/>
          <a:ln/>
        </p:spPr>
        <p:txBody>
          <a:bodyPr wrap="square" lIns="91440" tIns="45720" rIns="91440" bIns="45720" rtlCol="0" anchor="t">
            <a:spAutoFit/>
          </a:bodyPr>
          <a:lstStyle/>
          <a:p>
            <a:pPr marL="0" indent="0" algn="just">
              <a:lnSpc>
                <a:spcPct val="130000"/>
              </a:lnSpc>
              <a:buNone/>
            </a:pPr>
            <a:r>
              <a:rPr lang="en-US" dirty="0">
                <a:solidFill>
                  <a:srgbClr val="2B2F36"/>
                </a:solidFill>
                <a:latin typeface="微软雅黑" panose="020B0503020204020204" pitchFamily="34" charset="-122"/>
                <a:ea typeface="微软雅黑" panose="020B0503020204020204" pitchFamily="34" charset="-122"/>
                <a:cs typeface="MiSans" pitchFamily="34" charset="-120"/>
              </a:rPr>
              <a:t>进行消费者调研与市场调查，访问商超与零售终端，了解消费者对蒙牛和伊利产品的偏好与需求。</a:t>
            </a:r>
            <a:endParaRPr lang="en-US" sz="2000" dirty="0">
              <a:latin typeface="微软雅黑" panose="020B0503020204020204" pitchFamily="34" charset="-122"/>
              <a:ea typeface="微软雅黑" panose="020B0503020204020204" pitchFamily="34" charset="-122"/>
            </a:endParaRPr>
          </a:p>
        </p:txBody>
      </p:sp>
      <p:sp>
        <p:nvSpPr>
          <p:cNvPr id="17" name="Text 15"/>
          <p:cNvSpPr/>
          <p:nvPr/>
        </p:nvSpPr>
        <p:spPr>
          <a:xfrm>
            <a:off x="1448435" y="1863725"/>
            <a:ext cx="9272270" cy="523220"/>
          </a:xfrm>
          <a:prstGeom prst="rect">
            <a:avLst/>
          </a:prstGeom>
          <a:noFill/>
          <a:ln/>
        </p:spPr>
        <p:txBody>
          <a:bodyPr wrap="square" lIns="91440" tIns="45720" rIns="91440" bIns="45720" rtlCol="0" anchor="t">
            <a:spAutoFit/>
          </a:bodyPr>
          <a:lstStyle/>
          <a:p>
            <a:pPr marL="0" indent="0" algn="just">
              <a:lnSpc>
                <a:spcPct val="100000"/>
              </a:lnSpc>
              <a:buNone/>
            </a:pPr>
            <a:r>
              <a:rPr lang="en-US" sz="2800" b="1" dirty="0">
                <a:solidFill>
                  <a:srgbClr val="1F74AD"/>
                </a:solidFill>
                <a:latin typeface="MiSans" pitchFamily="34" charset="0"/>
                <a:ea typeface="MiSans" pitchFamily="34" charset="-122"/>
                <a:cs typeface="MiSans" pitchFamily="34" charset="-120"/>
              </a:rPr>
              <a:t>第8天</a:t>
            </a:r>
            <a:endParaRPr lang="en-US" sz="2000" dirty="0">
              <a:solidFill>
                <a:srgbClr val="1F74AD"/>
              </a:solidFill>
            </a:endParaRPr>
          </a:p>
        </p:txBody>
      </p:sp>
      <p:sp>
        <p:nvSpPr>
          <p:cNvPr id="18" name="Text 16"/>
          <p:cNvSpPr/>
          <p:nvPr/>
        </p:nvSpPr>
        <p:spPr>
          <a:xfrm>
            <a:off x="1448435" y="4183380"/>
            <a:ext cx="9295130" cy="455766"/>
          </a:xfrm>
          <a:prstGeom prst="rect">
            <a:avLst/>
          </a:prstGeom>
          <a:noFill/>
          <a:ln/>
        </p:spPr>
        <p:txBody>
          <a:bodyPr wrap="square" lIns="91440" tIns="45720" rIns="91440" bIns="45720" rtlCol="0" anchor="t">
            <a:spAutoFit/>
          </a:bodyPr>
          <a:lstStyle/>
          <a:p>
            <a:pPr marL="0" indent="0" algn="just">
              <a:lnSpc>
                <a:spcPct val="130000"/>
              </a:lnSpc>
              <a:buNone/>
            </a:pPr>
            <a:r>
              <a:rPr lang="en-US" sz="2000" dirty="0">
                <a:solidFill>
                  <a:srgbClr val="2B2F36"/>
                </a:solidFill>
                <a:latin typeface="微软雅黑" panose="020B0503020204020204" pitchFamily="34" charset="-122"/>
                <a:ea typeface="微软雅黑" panose="020B0503020204020204" pitchFamily="34" charset="-122"/>
                <a:cs typeface="MiSans" pitchFamily="34" charset="-120"/>
              </a:rPr>
              <a:t>整理调研数据与分析，团队讨论成果，总结并撰写调研报告，准备最终汇报。</a:t>
            </a:r>
            <a:endParaRPr lang="en-US" sz="2400" dirty="0">
              <a:latin typeface="微软雅黑" panose="020B0503020204020204" pitchFamily="34" charset="-122"/>
              <a:ea typeface="微软雅黑" panose="020B0503020204020204" pitchFamily="34" charset="-122"/>
            </a:endParaRPr>
          </a:p>
        </p:txBody>
      </p:sp>
      <p:sp>
        <p:nvSpPr>
          <p:cNvPr id="19" name="Text 17"/>
          <p:cNvSpPr/>
          <p:nvPr/>
        </p:nvSpPr>
        <p:spPr>
          <a:xfrm>
            <a:off x="1448435" y="3719195"/>
            <a:ext cx="9272270" cy="523220"/>
          </a:xfrm>
          <a:prstGeom prst="rect">
            <a:avLst/>
          </a:prstGeom>
          <a:noFill/>
          <a:ln/>
        </p:spPr>
        <p:txBody>
          <a:bodyPr wrap="square" lIns="91440" tIns="45720" rIns="91440" bIns="45720" rtlCol="0" anchor="t">
            <a:spAutoFit/>
          </a:bodyPr>
          <a:lstStyle/>
          <a:p>
            <a:pPr marL="0" indent="0" algn="just">
              <a:lnSpc>
                <a:spcPct val="100000"/>
              </a:lnSpc>
              <a:buNone/>
            </a:pPr>
            <a:r>
              <a:rPr lang="en-US" sz="2800" b="1" dirty="0">
                <a:solidFill>
                  <a:srgbClr val="1F74AD"/>
                </a:solidFill>
                <a:latin typeface="MiSans" pitchFamily="34" charset="0"/>
                <a:ea typeface="MiSans" pitchFamily="34" charset="-122"/>
                <a:cs typeface="MiSans" pitchFamily="34" charset="-120"/>
              </a:rPr>
              <a:t>第9天</a:t>
            </a:r>
            <a:endParaRPr lang="en-US" sz="2000" dirty="0">
              <a:solidFill>
                <a:srgbClr val="1F74AD"/>
              </a:solidFill>
            </a:endParaRPr>
          </a:p>
        </p:txBody>
      </p:sp>
      <p:grpSp>
        <p:nvGrpSpPr>
          <p:cNvPr id="20" name="组合 19">
            <a:extLst>
              <a:ext uri="{FF2B5EF4-FFF2-40B4-BE49-F238E27FC236}">
                <a16:creationId xmlns:a16="http://schemas.microsoft.com/office/drawing/2014/main" id="{D5DAA60D-A07A-071C-4E8A-FFAA842D896C}"/>
              </a:ext>
            </a:extLst>
          </p:cNvPr>
          <p:cNvGrpSpPr/>
          <p:nvPr/>
        </p:nvGrpSpPr>
        <p:grpSpPr>
          <a:xfrm>
            <a:off x="-1187736" y="584280"/>
            <a:ext cx="874983" cy="5476709"/>
            <a:chOff x="-1357426" y="295303"/>
            <a:chExt cx="874983" cy="5476709"/>
          </a:xfrm>
        </p:grpSpPr>
        <p:pic>
          <p:nvPicPr>
            <p:cNvPr id="21" name="图片 20">
              <a:extLst>
                <a:ext uri="{FF2B5EF4-FFF2-40B4-BE49-F238E27FC236}">
                  <a16:creationId xmlns:a16="http://schemas.microsoft.com/office/drawing/2014/main" id="{9EC75C32-31D3-4117-2B1F-CA592EF75E32}"/>
                </a:ext>
              </a:extLst>
            </p:cNvPr>
            <p:cNvPicPr>
              <a:picLocks noChangeAspect="1"/>
            </p:cNvPicPr>
            <p:nvPr/>
          </p:nvPicPr>
          <p:blipFill>
            <a:blip r:embed="rId3"/>
            <a:stretch>
              <a:fillRect/>
            </a:stretch>
          </p:blipFill>
          <p:spPr>
            <a:xfrm>
              <a:off x="-1357425" y="2199638"/>
              <a:ext cx="874982" cy="3572374"/>
            </a:xfrm>
            <a:prstGeom prst="rect">
              <a:avLst/>
            </a:prstGeom>
          </p:spPr>
        </p:pic>
        <p:pic>
          <p:nvPicPr>
            <p:cNvPr id="22" name="图片 21">
              <a:extLst>
                <a:ext uri="{FF2B5EF4-FFF2-40B4-BE49-F238E27FC236}">
                  <a16:creationId xmlns:a16="http://schemas.microsoft.com/office/drawing/2014/main" id="{0A235AEC-79E2-3950-A320-7B9ABAE01DB5}"/>
                </a:ext>
              </a:extLst>
            </p:cNvPr>
            <p:cNvPicPr>
              <a:picLocks noChangeAspect="1"/>
            </p:cNvPicPr>
            <p:nvPr/>
          </p:nvPicPr>
          <p:blipFill>
            <a:blip r:embed="rId4"/>
            <a:stretch>
              <a:fillRect/>
            </a:stretch>
          </p:blipFill>
          <p:spPr>
            <a:xfrm>
              <a:off x="-1357426" y="295303"/>
              <a:ext cx="869897" cy="790685"/>
            </a:xfrm>
            <a:prstGeom prst="rect">
              <a:avLst/>
            </a:prstGeom>
          </p:spPr>
        </p:pic>
        <p:pic>
          <p:nvPicPr>
            <p:cNvPr id="23" name="图片 22">
              <a:extLst>
                <a:ext uri="{FF2B5EF4-FFF2-40B4-BE49-F238E27FC236}">
                  <a16:creationId xmlns:a16="http://schemas.microsoft.com/office/drawing/2014/main" id="{2E67302A-8F24-41CC-64DA-57455C795C69}"/>
                </a:ext>
              </a:extLst>
            </p:cNvPr>
            <p:cNvPicPr>
              <a:picLocks noChangeAspect="1"/>
            </p:cNvPicPr>
            <p:nvPr/>
          </p:nvPicPr>
          <p:blipFill>
            <a:blip r:embed="rId5"/>
            <a:stretch>
              <a:fillRect/>
            </a:stretch>
          </p:blipFill>
          <p:spPr>
            <a:xfrm>
              <a:off x="-1352340" y="1245910"/>
              <a:ext cx="869897" cy="790686"/>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山上有许多草地&#10;&#10;描述已自动生成"/>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751839"/>
            <a:ext cx="12192000" cy="5895191"/>
          </a:xfrm>
          <a:prstGeom prst="rect">
            <a:avLst/>
          </a:prstGeom>
        </p:spPr>
      </p:pic>
      <p:sp>
        <p:nvSpPr>
          <p:cNvPr id="3" name="矩形 2"/>
          <p:cNvSpPr/>
          <p:nvPr/>
        </p:nvSpPr>
        <p:spPr>
          <a:xfrm>
            <a:off x="0" y="0"/>
            <a:ext cx="12192000" cy="80264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微软雅黑" panose="020B0503020204020204" charset="-122"/>
              <a:cs typeface="+mn-cs"/>
            </a:endParaRPr>
          </a:p>
        </p:txBody>
      </p:sp>
      <p:sp>
        <p:nvSpPr>
          <p:cNvPr id="5" name="矩形 4"/>
          <p:cNvSpPr/>
          <p:nvPr/>
        </p:nvSpPr>
        <p:spPr>
          <a:xfrm>
            <a:off x="0" y="6055360"/>
            <a:ext cx="12192000" cy="80264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微软雅黑" panose="020B0503020204020204" charset="-122"/>
              <a:cs typeface="+mn-cs"/>
            </a:endParaRPr>
          </a:p>
        </p:txBody>
      </p:sp>
      <p:sp>
        <p:nvSpPr>
          <p:cNvPr id="10" name="矩形"/>
          <p:cNvSpPr/>
          <p:nvPr/>
        </p:nvSpPr>
        <p:spPr>
          <a:xfrm>
            <a:off x="0" y="802641"/>
            <a:ext cx="12213590" cy="5252720"/>
          </a:xfrm>
          <a:prstGeom prst="rect">
            <a:avLst/>
          </a:prstGeom>
          <a:solidFill>
            <a:srgbClr val="15041D">
              <a:alpha val="46000"/>
            </a:srgbClr>
          </a:solidFill>
          <a:ln w="12700">
            <a:miter lim="400000"/>
          </a:ln>
        </p:spPr>
        <p:txBody>
          <a:bodyPr lIns="35719" tIns="35719" rIns="35719" bIns="35719" anchor="ctr"/>
          <a:lstStyle/>
          <a:p>
            <a:pPr marL="0" marR="0" lvl="0" indent="0" algn="l" defTabSz="914400" rtl="0" eaLnBrk="1" fontAlgn="auto" latinLnBrk="0" hangingPunct="1">
              <a:lnSpc>
                <a:spcPct val="100000"/>
              </a:lnSpc>
              <a:spcBef>
                <a:spcPct val="0"/>
              </a:spcBef>
              <a:spcAft>
                <a:spcPct val="0"/>
              </a:spcAft>
              <a:buClrTx/>
              <a:buSzTx/>
              <a:buFontTx/>
              <a:buNone/>
              <a:defRPr sz="3000" b="0">
                <a:solidFill>
                  <a:srgbClr val="FFFFFF"/>
                </a:solidFill>
                <a:latin typeface="+mn-lt"/>
                <a:ea typeface="+mn-ea"/>
                <a:cs typeface="+mn-cs"/>
                <a:sym typeface="Helvetica Neue Medium" panose="02000503000000020004"/>
              </a:defRPr>
            </a:pPr>
            <a:endParaRPr kumimoji="0" sz="1500" b="0" i="0" u="none" strike="noStrike" kern="1200" cap="none" spc="0" normalizeH="0" baseline="0" noProof="0">
              <a:ln>
                <a:noFill/>
              </a:ln>
              <a:solidFill>
                <a:srgbClr val="FFFFFF"/>
              </a:solidFill>
              <a:effectLst/>
              <a:uLnTx/>
              <a:uFillTx/>
              <a:latin typeface="Helvetica Neue Medium" panose="02000503000000020004"/>
              <a:ea typeface="Helvetica Neue Medium" panose="02000503000000020004"/>
              <a:cs typeface="Helvetica Neue Medium" panose="02000503000000020004"/>
              <a:sym typeface="Helvetica Neue Medium" panose="02000503000000020004"/>
            </a:endParaRPr>
          </a:p>
        </p:txBody>
      </p:sp>
      <p:sp>
        <p:nvSpPr>
          <p:cNvPr id="11" name="文本框 10"/>
          <p:cNvSpPr txBox="1"/>
          <p:nvPr/>
        </p:nvSpPr>
        <p:spPr>
          <a:xfrm>
            <a:off x="5224608" y="2458720"/>
            <a:ext cx="1742785" cy="523220"/>
          </a:xfrm>
          <a:prstGeom prst="rect">
            <a:avLst/>
          </a:prstGeom>
          <a:noFill/>
        </p:spPr>
        <p:txBody>
          <a:bodyPr wrap="none" rtlCol="0">
            <a:spAutoFit/>
          </a:bodyPr>
          <a:lstStyle/>
          <a:p>
            <a:r>
              <a:rPr lang="en-US" altLang="zh-CN" sz="2800" b="1">
                <a:solidFill>
                  <a:schemeClr val="bg1"/>
                </a:solidFill>
                <a:latin typeface="微软雅黑" panose="020B0503020204020204" charset="-122"/>
                <a:ea typeface="微软雅黑" panose="020B0503020204020204" charset="-122"/>
              </a:rPr>
              <a:t>THANKS</a:t>
            </a:r>
            <a:endParaRPr lang="zh-CN" altLang="en-US" sz="2800" b="1">
              <a:solidFill>
                <a:schemeClr val="bg1"/>
              </a:solidFill>
              <a:latin typeface="微软雅黑" panose="020B0503020204020204" charset="-122"/>
              <a:ea typeface="微软雅黑" panose="020B0503020204020204" charset="-122"/>
            </a:endParaRPr>
          </a:p>
        </p:txBody>
      </p:sp>
      <p:sp>
        <p:nvSpPr>
          <p:cNvPr id="12" name="文本框 11"/>
          <p:cNvSpPr txBox="1"/>
          <p:nvPr/>
        </p:nvSpPr>
        <p:spPr>
          <a:xfrm>
            <a:off x="5877831" y="3069487"/>
            <a:ext cx="436338" cy="523220"/>
          </a:xfrm>
          <a:prstGeom prst="rect">
            <a:avLst/>
          </a:prstGeom>
          <a:noFill/>
        </p:spPr>
        <p:txBody>
          <a:bodyPr wrap="none" rtlCol="0">
            <a:spAutoFit/>
          </a:bodyPr>
          <a:lstStyle/>
          <a:p>
            <a:r>
              <a:rPr lang="en-US" altLang="zh-CN" sz="2800" b="1">
                <a:solidFill>
                  <a:schemeClr val="bg1"/>
                </a:solidFill>
                <a:latin typeface="微软雅黑 Light" panose="020B0502040204020203" pitchFamily="34" charset="-122"/>
                <a:ea typeface="微软雅黑 Light" panose="020B0502040204020203" pitchFamily="34" charset="-122"/>
              </a:rPr>
              <a:t>×</a:t>
            </a:r>
            <a:endParaRPr lang="zh-CN" altLang="en-US" sz="2800" b="1">
              <a:solidFill>
                <a:schemeClr val="bg1"/>
              </a:solidFill>
              <a:latin typeface="微软雅黑 Light" panose="020B0502040204020203" pitchFamily="34" charset="-122"/>
              <a:ea typeface="微软雅黑 Light" panose="020B0502040204020203" pitchFamily="34" charset="-122"/>
            </a:endParaRPr>
          </a:p>
        </p:txBody>
      </p:sp>
      <p:grpSp>
        <p:nvGrpSpPr>
          <p:cNvPr id="17" name="组合 16"/>
          <p:cNvGrpSpPr/>
          <p:nvPr/>
        </p:nvGrpSpPr>
        <p:grpSpPr>
          <a:xfrm>
            <a:off x="4226560" y="3612878"/>
            <a:ext cx="3738880" cy="467995"/>
            <a:chOff x="4226560" y="3776507"/>
            <a:chExt cx="3738880" cy="467995"/>
          </a:xfrm>
        </p:grpSpPr>
        <p:sp>
          <p:nvSpPr>
            <p:cNvPr id="13" name="矩形 12"/>
            <p:cNvSpPr/>
            <p:nvPr/>
          </p:nvSpPr>
          <p:spPr>
            <a:xfrm>
              <a:off x="4226560" y="3776507"/>
              <a:ext cx="3738880" cy="467995"/>
            </a:xfrm>
            <a:prstGeom prst="rect">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a:ln>
                  <a:noFill/>
                </a:ln>
                <a:solidFill>
                  <a:srgbClr val="FEFFFE"/>
                </a:solidFill>
                <a:effectLst/>
                <a:uLnTx/>
                <a:uFillTx/>
                <a:latin typeface="微软雅黑" panose="020B0503020204020204" charset="-122"/>
                <a:ea typeface="微软雅黑" panose="020B0503020204020204" charset="-122"/>
                <a:cs typeface="+mn-cs"/>
              </a:endParaRPr>
            </a:p>
          </p:txBody>
        </p:sp>
        <p:sp>
          <p:nvSpPr>
            <p:cNvPr id="16" name="文本框 15"/>
            <p:cNvSpPr txBox="1"/>
            <p:nvPr/>
          </p:nvSpPr>
          <p:spPr>
            <a:xfrm>
              <a:off x="4387840" y="3825838"/>
              <a:ext cx="3416320" cy="369332"/>
            </a:xfrm>
            <a:prstGeom prst="rect">
              <a:avLst/>
            </a:prstGeom>
            <a:noFill/>
          </p:spPr>
          <p:txBody>
            <a:bodyPr wrap="none" rtlCol="0">
              <a:spAutoFit/>
            </a:bodyPr>
            <a:lstStyle/>
            <a:p>
              <a:r>
                <a:rPr lang="zh-CN" altLang="zh-CN" sz="1800" b="1">
                  <a:solidFill>
                    <a:schemeClr val="bg1"/>
                  </a:solidFill>
                  <a:latin typeface="微软雅黑 Light" panose="020B0502040204020203" pitchFamily="34" charset="-122"/>
                  <a:ea typeface="微软雅黑 Light" panose="020B0502040204020203" pitchFamily="34" charset="-122"/>
                  <a:cs typeface="Times New Roman" panose="02020703060505090304" pitchFamily="18" charset="0"/>
                </a:rPr>
                <a:t>让每个人心中都有一片伊利牧场</a:t>
              </a:r>
              <a:endParaRPr lang="zh-CN" altLang="en-US" b="1">
                <a:solidFill>
                  <a:schemeClr val="bg1"/>
                </a:solidFill>
                <a:latin typeface="微软雅黑 Light" panose="020B0502040204020203" pitchFamily="34" charset="-122"/>
                <a:ea typeface="微软雅黑 Light" panose="020B0502040204020203" pitchFamily="34" charset="-122"/>
              </a:endParaRPr>
            </a:p>
          </p:txBody>
        </p:sp>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2.14"/>
  <p:tag name="AS_TITLE" val="Aspose.Slides for .NET 4.0 Client Profile"/>
  <p:tag name="AS_VERSION" val="22.12"/>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effectLst>
          <a:outerShdw blurRad="50800" dist="38100" dir="2700000" algn="tl" rotWithShape="0">
            <a:prstClr val="black">
              <a:alpha val="40000"/>
            </a:prstClr>
          </a:outerShdw>
        </a:effectLst>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1200" cap="none" spc="0" normalizeH="0" baseline="0" noProof="0" dirty="0">
            <a:ln>
              <a:noFill/>
            </a:ln>
            <a:solidFill>
              <a:srgbClr val="FEFFFE"/>
            </a:solidFill>
            <a:effectLst/>
            <a:uLnTx/>
            <a:uFillTx/>
            <a:latin typeface="微软雅黑" panose="020B0503020204020204" charset="-122"/>
            <a:ea typeface="微软雅黑" panose="020B0503020204020204"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1464</Words>
  <Application>Microsoft Office PowerPoint</Application>
  <PresentationFormat>宽屏</PresentationFormat>
  <Paragraphs>195</Paragraphs>
  <Slides>18</Slides>
  <Notes>7</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18</vt:i4>
      </vt:variant>
    </vt:vector>
  </HeadingPairs>
  <TitlesOfParts>
    <vt:vector size="36" baseType="lpstr">
      <vt:lpstr>Helvetica Neue Medium</vt:lpstr>
      <vt:lpstr>HYQiHei-60S</vt:lpstr>
      <vt:lpstr>MiSans</vt:lpstr>
      <vt:lpstr>等线</vt:lpstr>
      <vt:lpstr>等线 Light</vt:lpstr>
      <vt:lpstr>方正兰亭黑_GBK</vt:lpstr>
      <vt:lpstr>汉仪雅酷黑-55W</vt:lpstr>
      <vt:lpstr>微软雅黑</vt:lpstr>
      <vt:lpstr>微软雅黑 Light</vt:lpstr>
      <vt:lpstr>ADLaM Display</vt:lpstr>
      <vt:lpstr>Arial</vt:lpstr>
      <vt:lpstr>Calibri</vt:lpstr>
      <vt:lpstr>Calibri Light</vt:lpstr>
      <vt:lpstr>Lato Light</vt:lpstr>
      <vt:lpstr>Poppins Light</vt:lpstr>
      <vt:lpstr>Wingdings</vt:lpstr>
      <vt:lpstr>2_Office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运营动脉：www.yydm.cn</dc:title>
  <dc:subject>运营动脉：www.yydm.cn</dc:subject>
  <dc:creator>运营动脉：www.yydm.cn</dc:creator>
  <cp:keywords>运营动脉：www.yydm.cn</cp:keywords>
  <dc:description>运营动脉：www.yydm.cn</dc:description>
  <cp:lastModifiedBy>H13625633873@outlook.com</cp:lastModifiedBy>
  <cp:revision>152</cp:revision>
  <dcterms:created xsi:type="dcterms:W3CDTF">2025-01-15T03:50:08Z</dcterms:created>
  <dcterms:modified xsi:type="dcterms:W3CDTF">2025-06-09T06:47:09Z</dcterms:modified>
  <cp:category>运营动脉：www.yydm.cn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0F0EB42F51AA80186E308767272C29EE_43</vt:lpwstr>
  </property>
  <property fmtid="{D5CDD505-2E9C-101B-9397-08002B2CF9AE}" pid="3" name="KSOProductBuildVer">
    <vt:lpwstr>2052-6.15.1.8935</vt:lpwstr>
  </property>
</Properties>
</file>