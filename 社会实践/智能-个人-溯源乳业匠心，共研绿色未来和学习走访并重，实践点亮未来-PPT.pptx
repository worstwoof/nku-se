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3" r:id="rId3"/>
    <p:sldId id="257" r:id="rId4"/>
    <p:sldId id="259" r:id="rId5"/>
    <p:sldId id="16602324" r:id="rId6"/>
    <p:sldId id="16602326" r:id="rId7"/>
    <p:sldId id="316" r:id="rId8"/>
    <p:sldId id="14998566" r:id="rId9"/>
    <p:sldId id="619" r:id="rId10"/>
    <p:sldId id="287" r:id="rId11"/>
    <p:sldId id="664" r:id="rId12"/>
    <p:sldId id="288" r:id="rId13"/>
    <p:sldId id="307" r:id="rId14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7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9593"/>
    <a:srgbClr val="C0504D"/>
    <a:srgbClr val="C42B2E"/>
    <a:srgbClr val="FFFFFF"/>
    <a:srgbClr val="751D1B"/>
    <a:srgbClr val="7D1B1C"/>
    <a:srgbClr val="A92121"/>
    <a:srgbClr val="981A1B"/>
    <a:srgbClr val="750909"/>
    <a:srgbClr val="C52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6" autoAdjust="0"/>
    <p:restoredTop sz="94660"/>
  </p:normalViewPr>
  <p:slideViewPr>
    <p:cSldViewPr showGuides="1">
      <p:cViewPr varScale="1">
        <p:scale>
          <a:sx n="86" d="100"/>
          <a:sy n="86" d="100"/>
        </p:scale>
        <p:origin x="256" y="432"/>
      </p:cViewPr>
      <p:guideLst>
        <p:guide orient="horz" pos="2162"/>
        <p:guide pos="37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B56A33-110C-45C4-A1CA-D8B63D0801AC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436D0A3-AF66-4AD3-BA50-AED3D96984E0}">
      <dgm:prSet phldrT="[文本]"/>
      <dgm:spPr/>
      <dgm:t>
        <a:bodyPr/>
        <a:lstStyle/>
        <a:p>
          <a:r>
            <a:rPr lang="zh-CN" altLang="en-US" b="1" dirty="0"/>
            <a:t>图像采集</a:t>
          </a:r>
        </a:p>
      </dgm:t>
    </dgm:pt>
    <dgm:pt modelId="{1638D7FE-9862-46D1-980D-5DB9EFD4743B}" type="parTrans" cxnId="{40B2A13F-B5AD-4609-9C13-E7B0512D1B60}">
      <dgm:prSet/>
      <dgm:spPr/>
      <dgm:t>
        <a:bodyPr/>
        <a:lstStyle/>
        <a:p>
          <a:endParaRPr lang="zh-CN" altLang="en-US"/>
        </a:p>
      </dgm:t>
    </dgm:pt>
    <dgm:pt modelId="{6E56702A-B482-4892-A61B-EFEE58CE3835}" type="sibTrans" cxnId="{40B2A13F-B5AD-4609-9C13-E7B0512D1B60}">
      <dgm:prSet/>
      <dgm:spPr/>
      <dgm:t>
        <a:bodyPr/>
        <a:lstStyle/>
        <a:p>
          <a:endParaRPr lang="zh-CN" altLang="en-US"/>
        </a:p>
      </dgm:t>
    </dgm:pt>
    <dgm:pt modelId="{881E035E-9E85-401D-9861-3EF427FBF8E6}">
      <dgm:prSet phldrT="[文本]"/>
      <dgm:spPr/>
      <dgm:t>
        <a:bodyPr/>
        <a:lstStyle/>
        <a:p>
          <a:r>
            <a:rPr lang="zh-CN" altLang="en-US" b="1" dirty="0"/>
            <a:t>图像增强</a:t>
          </a:r>
        </a:p>
      </dgm:t>
    </dgm:pt>
    <dgm:pt modelId="{8BEA62A5-8092-4A3F-BE89-0C2FBF5B495E}" type="parTrans" cxnId="{770023DA-DB36-426B-A7DD-DA3E01C58125}">
      <dgm:prSet/>
      <dgm:spPr/>
      <dgm:t>
        <a:bodyPr/>
        <a:lstStyle/>
        <a:p>
          <a:endParaRPr lang="zh-CN" altLang="en-US"/>
        </a:p>
      </dgm:t>
    </dgm:pt>
    <dgm:pt modelId="{600FF4C5-22A2-444F-B089-141FFC5EB767}" type="sibTrans" cxnId="{770023DA-DB36-426B-A7DD-DA3E01C58125}">
      <dgm:prSet/>
      <dgm:spPr/>
      <dgm:t>
        <a:bodyPr/>
        <a:lstStyle/>
        <a:p>
          <a:endParaRPr lang="zh-CN" altLang="en-US"/>
        </a:p>
      </dgm:t>
    </dgm:pt>
    <dgm:pt modelId="{1B92F641-CCD0-4E18-84CF-107DB8FF398F}">
      <dgm:prSet phldrT="[文本]"/>
      <dgm:spPr/>
      <dgm:t>
        <a:bodyPr/>
        <a:lstStyle/>
        <a:p>
          <a:r>
            <a:rPr lang="zh-CN" altLang="en-US" b="1" dirty="0"/>
            <a:t>二值化</a:t>
          </a:r>
        </a:p>
      </dgm:t>
    </dgm:pt>
    <dgm:pt modelId="{ED7078FF-E31E-41C7-B30E-391C9D076DB5}" type="parTrans" cxnId="{A550CBD0-5696-44DB-A9CD-A64BBE6A493B}">
      <dgm:prSet/>
      <dgm:spPr/>
      <dgm:t>
        <a:bodyPr/>
        <a:lstStyle/>
        <a:p>
          <a:endParaRPr lang="zh-CN" altLang="en-US"/>
        </a:p>
      </dgm:t>
    </dgm:pt>
    <dgm:pt modelId="{13D250F8-83A8-44DC-A6C6-C1F1D225D3FB}" type="sibTrans" cxnId="{A550CBD0-5696-44DB-A9CD-A64BBE6A493B}">
      <dgm:prSet/>
      <dgm:spPr/>
      <dgm:t>
        <a:bodyPr/>
        <a:lstStyle/>
        <a:p>
          <a:endParaRPr lang="zh-CN" altLang="en-US"/>
        </a:p>
      </dgm:t>
    </dgm:pt>
    <dgm:pt modelId="{B8CAC8D4-66A5-44C8-8892-3DDF1435D967}">
      <dgm:prSet/>
      <dgm:spPr/>
      <dgm:t>
        <a:bodyPr/>
        <a:lstStyle/>
        <a:p>
          <a:r>
            <a:rPr lang="en-US" altLang="zh-CN" b="1" dirty="0"/>
            <a:t>Blob</a:t>
          </a:r>
          <a:r>
            <a:rPr lang="zh-CN" altLang="en-US" b="1" dirty="0"/>
            <a:t>筛选</a:t>
          </a:r>
        </a:p>
      </dgm:t>
    </dgm:pt>
    <dgm:pt modelId="{11EA6998-7A4F-4D58-ADF7-165B7C8525B8}" type="parTrans" cxnId="{4158132E-3458-4506-9701-941C3B317EAB}">
      <dgm:prSet/>
      <dgm:spPr/>
      <dgm:t>
        <a:bodyPr/>
        <a:lstStyle/>
        <a:p>
          <a:endParaRPr lang="zh-CN" altLang="en-US"/>
        </a:p>
      </dgm:t>
    </dgm:pt>
    <dgm:pt modelId="{BE889C85-03B4-43BC-88F1-AA092239545E}" type="sibTrans" cxnId="{4158132E-3458-4506-9701-941C3B317EAB}">
      <dgm:prSet/>
      <dgm:spPr/>
      <dgm:t>
        <a:bodyPr/>
        <a:lstStyle/>
        <a:p>
          <a:endParaRPr lang="zh-CN" altLang="en-US"/>
        </a:p>
      </dgm:t>
    </dgm:pt>
    <dgm:pt modelId="{C46D6CEF-3B41-4055-A84E-CBCD6A402E8F}">
      <dgm:prSet/>
      <dgm:spPr/>
      <dgm:t>
        <a:bodyPr/>
        <a:lstStyle/>
        <a:p>
          <a:endParaRPr lang="zh-CN" altLang="en-US"/>
        </a:p>
      </dgm:t>
    </dgm:pt>
    <dgm:pt modelId="{32F13DEE-3E3A-4D4F-ABD2-C17180CC4483}" type="parTrans" cxnId="{70F1383C-A5EF-4166-80FD-9A4D58C4BBA2}">
      <dgm:prSet/>
      <dgm:spPr/>
      <dgm:t>
        <a:bodyPr/>
        <a:lstStyle/>
        <a:p>
          <a:endParaRPr lang="zh-CN" altLang="en-US"/>
        </a:p>
      </dgm:t>
    </dgm:pt>
    <dgm:pt modelId="{0FFAA005-DD45-4A1E-A16A-388D83E57F2D}" type="sibTrans" cxnId="{70F1383C-A5EF-4166-80FD-9A4D58C4BBA2}">
      <dgm:prSet/>
      <dgm:spPr/>
      <dgm:t>
        <a:bodyPr/>
        <a:lstStyle/>
        <a:p>
          <a:endParaRPr lang="zh-CN" altLang="en-US"/>
        </a:p>
      </dgm:t>
    </dgm:pt>
    <dgm:pt modelId="{FA235DBB-2123-43FF-A51F-EBB5B9421E19}">
      <dgm:prSet/>
      <dgm:spPr/>
      <dgm:t>
        <a:bodyPr/>
        <a:lstStyle/>
        <a:p>
          <a:endParaRPr lang="zh-CN" altLang="en-US"/>
        </a:p>
      </dgm:t>
    </dgm:pt>
    <dgm:pt modelId="{065614FC-F88B-4BCC-A933-DEBB707449B5}" type="parTrans" cxnId="{C08D7124-4D70-479C-99FD-3A48C3F277B1}">
      <dgm:prSet/>
      <dgm:spPr/>
      <dgm:t>
        <a:bodyPr/>
        <a:lstStyle/>
        <a:p>
          <a:endParaRPr lang="zh-CN" altLang="en-US"/>
        </a:p>
      </dgm:t>
    </dgm:pt>
    <dgm:pt modelId="{3161E647-E7C6-40B9-AEA7-7283C5233A2A}" type="sibTrans" cxnId="{C08D7124-4D70-479C-99FD-3A48C3F277B1}">
      <dgm:prSet/>
      <dgm:spPr/>
      <dgm:t>
        <a:bodyPr/>
        <a:lstStyle/>
        <a:p>
          <a:endParaRPr lang="zh-CN" altLang="en-US"/>
        </a:p>
      </dgm:t>
    </dgm:pt>
    <dgm:pt modelId="{950C6C0D-A981-4D99-BA61-07EF9621CF40}" type="pres">
      <dgm:prSet presAssocID="{AEB56A33-110C-45C4-A1CA-D8B63D0801AC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1030E4CA-95DB-4A0E-B848-3D3B3B11B773}" type="pres">
      <dgm:prSet presAssocID="{8436D0A3-AF66-4AD3-BA50-AED3D96984E0}" presName="Accent1" presStyleCnt="0"/>
      <dgm:spPr/>
    </dgm:pt>
    <dgm:pt modelId="{02B80B59-DF7A-4F89-963F-9DF5E229C7FA}" type="pres">
      <dgm:prSet presAssocID="{8436D0A3-AF66-4AD3-BA50-AED3D96984E0}" presName="Accent" presStyleLbl="node1" presStyleIdx="0" presStyleCnt="6"/>
      <dgm:spPr>
        <a:solidFill>
          <a:srgbClr val="C0504D"/>
        </a:solidFill>
      </dgm:spPr>
    </dgm:pt>
    <dgm:pt modelId="{B4AE9BD8-F6D0-4E7C-942B-56EDBC6A62A5}" type="pres">
      <dgm:prSet presAssocID="{8436D0A3-AF66-4AD3-BA50-AED3D96984E0}" presName="Parent1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5A639B9B-7CFE-4C66-9DA2-4517337DB1A2}" type="pres">
      <dgm:prSet presAssocID="{881E035E-9E85-401D-9861-3EF427FBF8E6}" presName="Accent2" presStyleCnt="0"/>
      <dgm:spPr/>
    </dgm:pt>
    <dgm:pt modelId="{EECA6AB3-7F44-4066-B7CD-FD959CE842E7}" type="pres">
      <dgm:prSet presAssocID="{881E035E-9E85-401D-9861-3EF427FBF8E6}" presName="Accent" presStyleLbl="node1" presStyleIdx="1" presStyleCnt="6"/>
      <dgm:spPr>
        <a:solidFill>
          <a:srgbClr val="C0504D"/>
        </a:solidFill>
      </dgm:spPr>
    </dgm:pt>
    <dgm:pt modelId="{D82CF7F4-ECCC-4B00-B42D-CB570507C93B}" type="pres">
      <dgm:prSet presAssocID="{881E035E-9E85-401D-9861-3EF427FBF8E6}" presName="Parent2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0623F6B1-A5AA-464C-9E1C-2449A3268276}" type="pres">
      <dgm:prSet presAssocID="{1B92F641-CCD0-4E18-84CF-107DB8FF398F}" presName="Accent3" presStyleCnt="0"/>
      <dgm:spPr/>
    </dgm:pt>
    <dgm:pt modelId="{3855BBD3-3D45-406C-AF4C-A25E29AEAFD9}" type="pres">
      <dgm:prSet presAssocID="{1B92F641-CCD0-4E18-84CF-107DB8FF398F}" presName="Accent" presStyleLbl="node1" presStyleIdx="2" presStyleCnt="6"/>
      <dgm:spPr>
        <a:solidFill>
          <a:srgbClr val="C0504D"/>
        </a:solidFill>
      </dgm:spPr>
    </dgm:pt>
    <dgm:pt modelId="{61F18EDC-5277-4501-8E73-CE6CD4B5A780}" type="pres">
      <dgm:prSet presAssocID="{1B92F641-CCD0-4E18-84CF-107DB8FF398F}" presName="Parent3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E9DA8DF5-1B01-46E4-9719-3B4E2EACEE39}" type="pres">
      <dgm:prSet presAssocID="{B8CAC8D4-66A5-44C8-8892-3DDF1435D967}" presName="Accent4" presStyleCnt="0"/>
      <dgm:spPr/>
    </dgm:pt>
    <dgm:pt modelId="{1A362B47-D204-4E77-8D03-154977A37EB5}" type="pres">
      <dgm:prSet presAssocID="{B8CAC8D4-66A5-44C8-8892-3DDF1435D967}" presName="Accent" presStyleLbl="node1" presStyleIdx="3" presStyleCnt="6"/>
      <dgm:spPr>
        <a:solidFill>
          <a:srgbClr val="C0504D"/>
        </a:solidFill>
      </dgm:spPr>
    </dgm:pt>
    <dgm:pt modelId="{17E06891-378D-430A-A3C1-6660E19B061D}" type="pres">
      <dgm:prSet presAssocID="{B8CAC8D4-66A5-44C8-8892-3DDF1435D967}" presName="Parent4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ED5A02DA-F464-4304-8BD9-1EDFD42E4EC5}" type="pres">
      <dgm:prSet presAssocID="{C46D6CEF-3B41-4055-A84E-CBCD6A402E8F}" presName="Accent5" presStyleCnt="0"/>
      <dgm:spPr/>
    </dgm:pt>
    <dgm:pt modelId="{88A3BC70-A88D-4DFA-8051-527ECF033341}" type="pres">
      <dgm:prSet presAssocID="{C46D6CEF-3B41-4055-A84E-CBCD6A402E8F}" presName="Accent" presStyleLbl="node1" presStyleIdx="4" presStyleCnt="6"/>
      <dgm:spPr>
        <a:solidFill>
          <a:srgbClr val="C0504D"/>
        </a:solidFill>
      </dgm:spPr>
    </dgm:pt>
    <dgm:pt modelId="{16852BD8-9283-4B38-A9CA-431A7BBA3D3A}" type="pres">
      <dgm:prSet presAssocID="{C46D6CEF-3B41-4055-A84E-CBCD6A402E8F}" presName="Parent5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057D742D-D55F-47EE-93FE-90B365285CF2}" type="pres">
      <dgm:prSet presAssocID="{FA235DBB-2123-43FF-A51F-EBB5B9421E19}" presName="Accent6" presStyleCnt="0"/>
      <dgm:spPr/>
    </dgm:pt>
    <dgm:pt modelId="{32604A42-018B-4A5A-8FBE-D3626085BB06}" type="pres">
      <dgm:prSet presAssocID="{FA235DBB-2123-43FF-A51F-EBB5B9421E19}" presName="Accent" presStyleLbl="node1" presStyleIdx="5" presStyleCnt="6"/>
      <dgm:spPr>
        <a:solidFill>
          <a:srgbClr val="C0504D"/>
        </a:solidFill>
      </dgm:spPr>
    </dgm:pt>
    <dgm:pt modelId="{B5C99E95-FD99-46DF-88A9-94A22583B326}" type="pres">
      <dgm:prSet presAssocID="{FA235DBB-2123-43FF-A51F-EBB5B9421E19}" presName="Parent6" presStyleLbl="revTx" presStyleIdx="5" presStyleCnt="6">
        <dgm:presLayoutVars>
          <dgm:chMax val="1"/>
          <dgm:chPref val="1"/>
          <dgm:bulletEnabled val="1"/>
        </dgm:presLayoutVars>
      </dgm:prSet>
      <dgm:spPr/>
    </dgm:pt>
  </dgm:ptLst>
  <dgm:cxnLst>
    <dgm:cxn modelId="{CC86791E-C113-40FA-BD71-F76845E43F4D}" type="presOf" srcId="{B8CAC8D4-66A5-44C8-8892-3DDF1435D967}" destId="{17E06891-378D-430A-A3C1-6660E19B061D}" srcOrd="0" destOrd="0" presId="urn:microsoft.com/office/officeart/2009/layout/CircleArrowProcess"/>
    <dgm:cxn modelId="{C08D7124-4D70-479C-99FD-3A48C3F277B1}" srcId="{AEB56A33-110C-45C4-A1CA-D8B63D0801AC}" destId="{FA235DBB-2123-43FF-A51F-EBB5B9421E19}" srcOrd="5" destOrd="0" parTransId="{065614FC-F88B-4BCC-A933-DEBB707449B5}" sibTransId="{3161E647-E7C6-40B9-AEA7-7283C5233A2A}"/>
    <dgm:cxn modelId="{4158132E-3458-4506-9701-941C3B317EAB}" srcId="{AEB56A33-110C-45C4-A1CA-D8B63D0801AC}" destId="{B8CAC8D4-66A5-44C8-8892-3DDF1435D967}" srcOrd="3" destOrd="0" parTransId="{11EA6998-7A4F-4D58-ADF7-165B7C8525B8}" sibTransId="{BE889C85-03B4-43BC-88F1-AA092239545E}"/>
    <dgm:cxn modelId="{1C202D38-C152-4874-88D4-5A09E2AD6818}" type="presOf" srcId="{881E035E-9E85-401D-9861-3EF427FBF8E6}" destId="{D82CF7F4-ECCC-4B00-B42D-CB570507C93B}" srcOrd="0" destOrd="0" presId="urn:microsoft.com/office/officeart/2009/layout/CircleArrowProcess"/>
    <dgm:cxn modelId="{70F1383C-A5EF-4166-80FD-9A4D58C4BBA2}" srcId="{AEB56A33-110C-45C4-A1CA-D8B63D0801AC}" destId="{C46D6CEF-3B41-4055-A84E-CBCD6A402E8F}" srcOrd="4" destOrd="0" parTransId="{32F13DEE-3E3A-4D4F-ABD2-C17180CC4483}" sibTransId="{0FFAA005-DD45-4A1E-A16A-388D83E57F2D}"/>
    <dgm:cxn modelId="{40B2A13F-B5AD-4609-9C13-E7B0512D1B60}" srcId="{AEB56A33-110C-45C4-A1CA-D8B63D0801AC}" destId="{8436D0A3-AF66-4AD3-BA50-AED3D96984E0}" srcOrd="0" destOrd="0" parTransId="{1638D7FE-9862-46D1-980D-5DB9EFD4743B}" sibTransId="{6E56702A-B482-4892-A61B-EFEE58CE3835}"/>
    <dgm:cxn modelId="{A9747970-013C-4CFA-A254-4ECCD450D747}" type="presOf" srcId="{1B92F641-CCD0-4E18-84CF-107DB8FF398F}" destId="{61F18EDC-5277-4501-8E73-CE6CD4B5A780}" srcOrd="0" destOrd="0" presId="urn:microsoft.com/office/officeart/2009/layout/CircleArrowProcess"/>
    <dgm:cxn modelId="{4CDC7381-9FBE-4250-B986-939109EC20F9}" type="presOf" srcId="{8436D0A3-AF66-4AD3-BA50-AED3D96984E0}" destId="{B4AE9BD8-F6D0-4E7C-942B-56EDBC6A62A5}" srcOrd="0" destOrd="0" presId="urn:microsoft.com/office/officeart/2009/layout/CircleArrowProcess"/>
    <dgm:cxn modelId="{2B1DF4A2-7DCE-4E3C-85DB-5C91D31AFB80}" type="presOf" srcId="{C46D6CEF-3B41-4055-A84E-CBCD6A402E8F}" destId="{16852BD8-9283-4B38-A9CA-431A7BBA3D3A}" srcOrd="0" destOrd="0" presId="urn:microsoft.com/office/officeart/2009/layout/CircleArrowProcess"/>
    <dgm:cxn modelId="{BDB3F1C1-69BC-4A2B-935E-BDA478AE0121}" type="presOf" srcId="{FA235DBB-2123-43FF-A51F-EBB5B9421E19}" destId="{B5C99E95-FD99-46DF-88A9-94A22583B326}" srcOrd="0" destOrd="0" presId="urn:microsoft.com/office/officeart/2009/layout/CircleArrowProcess"/>
    <dgm:cxn modelId="{A550CBD0-5696-44DB-A9CD-A64BBE6A493B}" srcId="{AEB56A33-110C-45C4-A1CA-D8B63D0801AC}" destId="{1B92F641-CCD0-4E18-84CF-107DB8FF398F}" srcOrd="2" destOrd="0" parTransId="{ED7078FF-E31E-41C7-B30E-391C9D076DB5}" sibTransId="{13D250F8-83A8-44DC-A6C6-C1F1D225D3FB}"/>
    <dgm:cxn modelId="{19018ED7-1535-44F9-B47E-8A7B96E9A8E6}" type="presOf" srcId="{AEB56A33-110C-45C4-A1CA-D8B63D0801AC}" destId="{950C6C0D-A981-4D99-BA61-07EF9621CF40}" srcOrd="0" destOrd="0" presId="urn:microsoft.com/office/officeart/2009/layout/CircleArrowProcess"/>
    <dgm:cxn modelId="{770023DA-DB36-426B-A7DD-DA3E01C58125}" srcId="{AEB56A33-110C-45C4-A1CA-D8B63D0801AC}" destId="{881E035E-9E85-401D-9861-3EF427FBF8E6}" srcOrd="1" destOrd="0" parTransId="{8BEA62A5-8092-4A3F-BE89-0C2FBF5B495E}" sibTransId="{600FF4C5-22A2-444F-B089-141FFC5EB767}"/>
    <dgm:cxn modelId="{7B02722B-07E1-4C36-800B-3CADF9EB8D25}" type="presParOf" srcId="{950C6C0D-A981-4D99-BA61-07EF9621CF40}" destId="{1030E4CA-95DB-4A0E-B848-3D3B3B11B773}" srcOrd="0" destOrd="0" presId="urn:microsoft.com/office/officeart/2009/layout/CircleArrowProcess"/>
    <dgm:cxn modelId="{F7FC814C-6362-44F3-82E7-788D3E3F5B7F}" type="presParOf" srcId="{1030E4CA-95DB-4A0E-B848-3D3B3B11B773}" destId="{02B80B59-DF7A-4F89-963F-9DF5E229C7FA}" srcOrd="0" destOrd="0" presId="urn:microsoft.com/office/officeart/2009/layout/CircleArrowProcess"/>
    <dgm:cxn modelId="{2830F8E1-EF63-4BE0-991C-E1B4418FF825}" type="presParOf" srcId="{950C6C0D-A981-4D99-BA61-07EF9621CF40}" destId="{B4AE9BD8-F6D0-4E7C-942B-56EDBC6A62A5}" srcOrd="1" destOrd="0" presId="urn:microsoft.com/office/officeart/2009/layout/CircleArrowProcess"/>
    <dgm:cxn modelId="{4D29A3BF-A99D-4151-8FAC-0E770CE2DB07}" type="presParOf" srcId="{950C6C0D-A981-4D99-BA61-07EF9621CF40}" destId="{5A639B9B-7CFE-4C66-9DA2-4517337DB1A2}" srcOrd="2" destOrd="0" presId="urn:microsoft.com/office/officeart/2009/layout/CircleArrowProcess"/>
    <dgm:cxn modelId="{CB644823-F571-4E34-B2B3-D819326A92D3}" type="presParOf" srcId="{5A639B9B-7CFE-4C66-9DA2-4517337DB1A2}" destId="{EECA6AB3-7F44-4066-B7CD-FD959CE842E7}" srcOrd="0" destOrd="0" presId="urn:microsoft.com/office/officeart/2009/layout/CircleArrowProcess"/>
    <dgm:cxn modelId="{6F43C74E-F9B3-4130-9E30-69460FCEA7E1}" type="presParOf" srcId="{950C6C0D-A981-4D99-BA61-07EF9621CF40}" destId="{D82CF7F4-ECCC-4B00-B42D-CB570507C93B}" srcOrd="3" destOrd="0" presId="urn:microsoft.com/office/officeart/2009/layout/CircleArrowProcess"/>
    <dgm:cxn modelId="{4554B792-95C5-460F-BD59-5FF35C6ABF3E}" type="presParOf" srcId="{950C6C0D-A981-4D99-BA61-07EF9621CF40}" destId="{0623F6B1-A5AA-464C-9E1C-2449A3268276}" srcOrd="4" destOrd="0" presId="urn:microsoft.com/office/officeart/2009/layout/CircleArrowProcess"/>
    <dgm:cxn modelId="{FF24551C-6B11-4B51-BFA3-6446C9C8896B}" type="presParOf" srcId="{0623F6B1-A5AA-464C-9E1C-2449A3268276}" destId="{3855BBD3-3D45-406C-AF4C-A25E29AEAFD9}" srcOrd="0" destOrd="0" presId="urn:microsoft.com/office/officeart/2009/layout/CircleArrowProcess"/>
    <dgm:cxn modelId="{D68D12B7-EBCA-4475-B5DE-0119F1A988D1}" type="presParOf" srcId="{950C6C0D-A981-4D99-BA61-07EF9621CF40}" destId="{61F18EDC-5277-4501-8E73-CE6CD4B5A780}" srcOrd="5" destOrd="0" presId="urn:microsoft.com/office/officeart/2009/layout/CircleArrowProcess"/>
    <dgm:cxn modelId="{913486ED-B5FC-43E0-A7A9-796841FD4F64}" type="presParOf" srcId="{950C6C0D-A981-4D99-BA61-07EF9621CF40}" destId="{E9DA8DF5-1B01-46E4-9719-3B4E2EACEE39}" srcOrd="6" destOrd="0" presId="urn:microsoft.com/office/officeart/2009/layout/CircleArrowProcess"/>
    <dgm:cxn modelId="{370F8061-5F86-404D-B711-71713CFF3E9C}" type="presParOf" srcId="{E9DA8DF5-1B01-46E4-9719-3B4E2EACEE39}" destId="{1A362B47-D204-4E77-8D03-154977A37EB5}" srcOrd="0" destOrd="0" presId="urn:microsoft.com/office/officeart/2009/layout/CircleArrowProcess"/>
    <dgm:cxn modelId="{65C8A134-69BA-4DA0-8873-E7A861964434}" type="presParOf" srcId="{950C6C0D-A981-4D99-BA61-07EF9621CF40}" destId="{17E06891-378D-430A-A3C1-6660E19B061D}" srcOrd="7" destOrd="0" presId="urn:microsoft.com/office/officeart/2009/layout/CircleArrowProcess"/>
    <dgm:cxn modelId="{730B722D-A00D-4720-8B6B-0FB8A5FE8FFA}" type="presParOf" srcId="{950C6C0D-A981-4D99-BA61-07EF9621CF40}" destId="{ED5A02DA-F464-4304-8BD9-1EDFD42E4EC5}" srcOrd="8" destOrd="0" presId="urn:microsoft.com/office/officeart/2009/layout/CircleArrowProcess"/>
    <dgm:cxn modelId="{230E4258-B4A7-4D07-BE3E-926BCE38C750}" type="presParOf" srcId="{ED5A02DA-F464-4304-8BD9-1EDFD42E4EC5}" destId="{88A3BC70-A88D-4DFA-8051-527ECF033341}" srcOrd="0" destOrd="0" presId="urn:microsoft.com/office/officeart/2009/layout/CircleArrowProcess"/>
    <dgm:cxn modelId="{2DAC8D6B-924F-488F-9C3E-7A0AD0EE83C8}" type="presParOf" srcId="{950C6C0D-A981-4D99-BA61-07EF9621CF40}" destId="{16852BD8-9283-4B38-A9CA-431A7BBA3D3A}" srcOrd="9" destOrd="0" presId="urn:microsoft.com/office/officeart/2009/layout/CircleArrowProcess"/>
    <dgm:cxn modelId="{E6C973B6-35EE-4914-B88F-55FFD18978E1}" type="presParOf" srcId="{950C6C0D-A981-4D99-BA61-07EF9621CF40}" destId="{057D742D-D55F-47EE-93FE-90B365285CF2}" srcOrd="10" destOrd="0" presId="urn:microsoft.com/office/officeart/2009/layout/CircleArrowProcess"/>
    <dgm:cxn modelId="{A0F1CAC4-25F3-4A34-99B9-6EFCAA84AE9D}" type="presParOf" srcId="{057D742D-D55F-47EE-93FE-90B365285CF2}" destId="{32604A42-018B-4A5A-8FBE-D3626085BB06}" srcOrd="0" destOrd="0" presId="urn:microsoft.com/office/officeart/2009/layout/CircleArrowProcess"/>
    <dgm:cxn modelId="{5F2FA104-3033-460C-8297-0C95BB386D5A}" type="presParOf" srcId="{950C6C0D-A981-4D99-BA61-07EF9621CF40}" destId="{B5C99E95-FD99-46DF-88A9-94A22583B326}" srcOrd="11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80B59-DF7A-4F89-963F-9DF5E229C7FA}">
      <dsp:nvSpPr>
        <dsp:cNvPr id="0" name=""/>
        <dsp:cNvSpPr/>
      </dsp:nvSpPr>
      <dsp:spPr>
        <a:xfrm>
          <a:off x="3447319" y="0"/>
          <a:ext cx="1379264" cy="137941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E9BD8-F6D0-4E7C-942B-56EDBC6A62A5}">
      <dsp:nvSpPr>
        <dsp:cNvPr id="0" name=""/>
        <dsp:cNvSpPr/>
      </dsp:nvSpPr>
      <dsp:spPr>
        <a:xfrm>
          <a:off x="3751839" y="499506"/>
          <a:ext cx="769707" cy="38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图像采集</a:t>
          </a:r>
        </a:p>
      </dsp:txBody>
      <dsp:txXfrm>
        <a:off x="3751839" y="499506"/>
        <a:ext cx="769707" cy="384598"/>
      </dsp:txXfrm>
    </dsp:sp>
    <dsp:sp modelId="{EECA6AB3-7F44-4066-B7CD-FD959CE842E7}">
      <dsp:nvSpPr>
        <dsp:cNvPr id="0" name=""/>
        <dsp:cNvSpPr/>
      </dsp:nvSpPr>
      <dsp:spPr>
        <a:xfrm>
          <a:off x="3064147" y="792808"/>
          <a:ext cx="1379264" cy="137941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CF7F4-ECCC-4B00-B42D-CB570507C93B}">
      <dsp:nvSpPr>
        <dsp:cNvPr id="0" name=""/>
        <dsp:cNvSpPr/>
      </dsp:nvSpPr>
      <dsp:spPr>
        <a:xfrm>
          <a:off x="3367114" y="1293888"/>
          <a:ext cx="769707" cy="38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图像增强</a:t>
          </a:r>
        </a:p>
      </dsp:txBody>
      <dsp:txXfrm>
        <a:off x="3367114" y="1293888"/>
        <a:ext cx="769707" cy="384598"/>
      </dsp:txXfrm>
    </dsp:sp>
    <dsp:sp modelId="{3855BBD3-3D45-406C-AF4C-A25E29AEAFD9}">
      <dsp:nvSpPr>
        <dsp:cNvPr id="0" name=""/>
        <dsp:cNvSpPr/>
      </dsp:nvSpPr>
      <dsp:spPr>
        <a:xfrm>
          <a:off x="3447319" y="1588240"/>
          <a:ext cx="1379264" cy="137941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18EDC-5277-4501-8E73-CE6CD4B5A780}">
      <dsp:nvSpPr>
        <dsp:cNvPr id="0" name=""/>
        <dsp:cNvSpPr/>
      </dsp:nvSpPr>
      <dsp:spPr>
        <a:xfrm>
          <a:off x="3751839" y="2087747"/>
          <a:ext cx="769707" cy="38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二值化</a:t>
          </a:r>
        </a:p>
      </dsp:txBody>
      <dsp:txXfrm>
        <a:off x="3751839" y="2087747"/>
        <a:ext cx="769707" cy="384598"/>
      </dsp:txXfrm>
    </dsp:sp>
    <dsp:sp modelId="{1A362B47-D204-4E77-8D03-154977A37EB5}">
      <dsp:nvSpPr>
        <dsp:cNvPr id="0" name=""/>
        <dsp:cNvSpPr/>
      </dsp:nvSpPr>
      <dsp:spPr>
        <a:xfrm>
          <a:off x="3064147" y="2382623"/>
          <a:ext cx="1379264" cy="137941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06891-378D-430A-A3C1-6660E19B061D}">
      <dsp:nvSpPr>
        <dsp:cNvPr id="0" name=""/>
        <dsp:cNvSpPr/>
      </dsp:nvSpPr>
      <dsp:spPr>
        <a:xfrm>
          <a:off x="3367114" y="2882129"/>
          <a:ext cx="769707" cy="38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Blob</a:t>
          </a:r>
          <a:r>
            <a:rPr lang="zh-CN" altLang="en-US" sz="1400" b="1" kern="1200" dirty="0"/>
            <a:t>筛选</a:t>
          </a:r>
        </a:p>
      </dsp:txBody>
      <dsp:txXfrm>
        <a:off x="3367114" y="2882129"/>
        <a:ext cx="769707" cy="384598"/>
      </dsp:txXfrm>
    </dsp:sp>
    <dsp:sp modelId="{88A3BC70-A88D-4DFA-8051-527ECF033341}">
      <dsp:nvSpPr>
        <dsp:cNvPr id="0" name=""/>
        <dsp:cNvSpPr/>
      </dsp:nvSpPr>
      <dsp:spPr>
        <a:xfrm>
          <a:off x="3447319" y="3175957"/>
          <a:ext cx="1379264" cy="137941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52BD8-9283-4B38-A9CA-431A7BBA3D3A}">
      <dsp:nvSpPr>
        <dsp:cNvPr id="0" name=""/>
        <dsp:cNvSpPr/>
      </dsp:nvSpPr>
      <dsp:spPr>
        <a:xfrm>
          <a:off x="3751839" y="3675463"/>
          <a:ext cx="769707" cy="38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3751839" y="3675463"/>
        <a:ext cx="769707" cy="384598"/>
      </dsp:txXfrm>
    </dsp:sp>
    <dsp:sp modelId="{32604A42-018B-4A5A-8FBE-D3626085BB06}">
      <dsp:nvSpPr>
        <dsp:cNvPr id="0" name=""/>
        <dsp:cNvSpPr/>
      </dsp:nvSpPr>
      <dsp:spPr>
        <a:xfrm>
          <a:off x="3162463" y="4061111"/>
          <a:ext cx="1184962" cy="1185802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C0504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99E95-FD99-46DF-88A9-94A22583B326}">
      <dsp:nvSpPr>
        <dsp:cNvPr id="0" name=""/>
        <dsp:cNvSpPr/>
      </dsp:nvSpPr>
      <dsp:spPr>
        <a:xfrm>
          <a:off x="3367114" y="4469846"/>
          <a:ext cx="769707" cy="384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>
        <a:off x="3367114" y="4469846"/>
        <a:ext cx="769707" cy="3845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CDC21-02B5-4DA2-9E37-54A8FA2BF56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A76C2-5A4E-40EC-A96D-2FB86DA810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B78F3-65C3-48D8-AA90-D9981E0F58F5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B78F3-65C3-48D8-AA90-D9981E0F58F5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26689-8E7D-E7ED-1C5D-81C869B74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8CB13B-C1B8-D5CF-CDA9-B103691C4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C9651D-E423-3987-6F5B-A542D31FB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7B94A1-0A32-A58C-86FC-094FC43AC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309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F2B78F3-65C3-48D8-AA90-D9981E0F58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A76C2-5A4E-40EC-A96D-2FB86DA8101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99351" y="2606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432054" y="0"/>
                </a:moveTo>
                <a:lnTo>
                  <a:pt x="0" y="0"/>
                </a:lnTo>
                <a:lnTo>
                  <a:pt x="0" y="432053"/>
                </a:lnTo>
                <a:lnTo>
                  <a:pt x="432054" y="432053"/>
                </a:lnTo>
                <a:lnTo>
                  <a:pt x="43205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79374" y="438848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504050" y="0"/>
                </a:moveTo>
                <a:lnTo>
                  <a:pt x="0" y="0"/>
                </a:lnTo>
                <a:lnTo>
                  <a:pt x="0" y="504050"/>
                </a:lnTo>
                <a:lnTo>
                  <a:pt x="504050" y="504050"/>
                </a:lnTo>
                <a:lnTo>
                  <a:pt x="504050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9374" y="438848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0" y="0"/>
                </a:moveTo>
                <a:lnTo>
                  <a:pt x="504050" y="0"/>
                </a:lnTo>
                <a:lnTo>
                  <a:pt x="504050" y="504050"/>
                </a:lnTo>
                <a:lnTo>
                  <a:pt x="0" y="50405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446" y="885037"/>
            <a:ext cx="5616613" cy="28575"/>
          </a:xfrm>
          <a:prstGeom prst="rect">
            <a:avLst/>
          </a:prstGeom>
        </p:spPr>
      </p:pic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8B1414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2505"/>
              </a:lnSpc>
            </a:pPr>
            <a:r>
              <a:rPr spc="-10" dirty="0"/>
              <a:t>允公允能 日新月异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8962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002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_2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812800" y="212727"/>
            <a:ext cx="1066800" cy="427037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1879599" y="212727"/>
            <a:ext cx="4741333" cy="427037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089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>
            <a:alphaModFix amt="40000"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jpeg"/><Relationship Id="rId18" Type="http://schemas.openxmlformats.org/officeDocument/2006/relationships/image" Target="../media/image21.jpeg"/><Relationship Id="rId3" Type="http://schemas.openxmlformats.org/officeDocument/2006/relationships/tags" Target="../tags/tag5.xml"/><Relationship Id="rId7" Type="http://schemas.openxmlformats.org/officeDocument/2006/relationships/notesSlide" Target="../notesSlides/notesSlide4.xml"/><Relationship Id="rId12" Type="http://schemas.openxmlformats.org/officeDocument/2006/relationships/image" Target="../media/image17.jpeg"/><Relationship Id="rId17" Type="http://schemas.openxmlformats.org/officeDocument/2006/relationships/image" Target="../media/image2.png"/><Relationship Id="rId2" Type="http://schemas.openxmlformats.org/officeDocument/2006/relationships/tags" Target="../tags/tag4.xml"/><Relationship Id="rId16" Type="http://schemas.openxmlformats.org/officeDocument/2006/relationships/image" Target="../media/image7.png"/><Relationship Id="rId20" Type="http://schemas.openxmlformats.org/officeDocument/2006/relationships/image" Target="../media/image23.png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6.png"/><Relationship Id="rId5" Type="http://schemas.openxmlformats.org/officeDocument/2006/relationships/tags" Target="../tags/tag7.xml"/><Relationship Id="rId15" Type="http://schemas.openxmlformats.org/officeDocument/2006/relationships/image" Target="../media/image20.png"/><Relationship Id="rId10" Type="http://schemas.openxmlformats.org/officeDocument/2006/relationships/image" Target="../media/image15.jpeg"/><Relationship Id="rId19" Type="http://schemas.openxmlformats.org/officeDocument/2006/relationships/image" Target="../media/image22.png"/><Relationship Id="rId4" Type="http://schemas.openxmlformats.org/officeDocument/2006/relationships/tags" Target="../tags/tag6.xml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7.png"/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jpeg"/><Relationship Id="rId11" Type="http://schemas.openxmlformats.org/officeDocument/2006/relationships/image" Target="../media/image32.png"/><Relationship Id="rId5" Type="http://schemas.openxmlformats.org/officeDocument/2006/relationships/image" Target="../media/image26.jpeg"/><Relationship Id="rId10" Type="http://schemas.openxmlformats.org/officeDocument/2006/relationships/image" Target="../media/image31.png"/><Relationship Id="rId4" Type="http://schemas.openxmlformats.org/officeDocument/2006/relationships/image" Target="../media/image25.jpeg"/><Relationship Id="rId9" Type="http://schemas.openxmlformats.org/officeDocument/2006/relationships/image" Target="../media/image30.png"/><Relationship Id="rId1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4.png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9" Type="http://schemas.openxmlformats.org/officeDocument/2006/relationships/image" Target="../media/image4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/><Relationship Id="rId13" Type="http://schemas.openxmlformats.org/officeDocument/2006/relationships/image" Target="../media/image52.png"/><Relationship Id="rId3" Type="http://schemas.openxmlformats.org/officeDocument/2006/relationships/image" Target="../media/image34.png"/><Relationship Id="rId7" Type="http://schemas.openxmlformats.org/officeDocument/2006/relationships/image" Target="../media/image46.jp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4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2.png"/><Relationship Id="rId5" Type="http://schemas.openxmlformats.org/officeDocument/2006/relationships/diagramData" Target="../diagrams/data1.xml"/><Relationship Id="rId10" Type="http://schemas.openxmlformats.org/officeDocument/2006/relationships/image" Target="../media/image7.png"/><Relationship Id="rId4" Type="http://schemas.openxmlformats.org/officeDocument/2006/relationships/image" Target="../media/image55.png"/><Relationship Id="rId9" Type="http://schemas.microsoft.com/office/2007/relationships/diagramDrawing" Target="../diagrams/drawin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92075" y="0"/>
            <a:ext cx="12525375" cy="6858000"/>
          </a:xfrm>
          <a:prstGeom prst="rect">
            <a:avLst/>
          </a:prstGeom>
          <a:solidFill>
            <a:srgbClr val="7D1B1C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442058" y="2672178"/>
            <a:ext cx="9621008" cy="2576586"/>
            <a:chOff x="1442058" y="2754794"/>
            <a:chExt cx="9621008" cy="2576586"/>
          </a:xfrm>
        </p:grpSpPr>
        <p:sp>
          <p:nvSpPr>
            <p:cNvPr id="8" name="文本框 7"/>
            <p:cNvSpPr txBox="1"/>
            <p:nvPr/>
          </p:nvSpPr>
          <p:spPr>
            <a:xfrm>
              <a:off x="2887436" y="2754794"/>
              <a:ext cx="6417141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5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始于足下，进而有为</a:t>
              </a:r>
              <a:endParaRPr lang="en-US" altLang="zh-CN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54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暑期社会实践报告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195761" y="4872472"/>
              <a:ext cx="1800493" cy="4589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</a:t>
              </a: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黄子豪</a:t>
              </a:r>
              <a:endParaRPr lang="en-US" altLang="zh-CN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1442058" y="4735752"/>
              <a:ext cx="9621008" cy="0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/>
              </a:solidFill>
              <a:prstDash val="solid"/>
            </a:ln>
            <a:effectLst/>
          </p:spPr>
        </p:cxnSp>
      </p:grpSp>
      <p:sp>
        <p:nvSpPr>
          <p:cNvPr id="6" name="文本框 5"/>
          <p:cNvSpPr txBox="1"/>
          <p:nvPr/>
        </p:nvSpPr>
        <p:spPr>
          <a:xfrm>
            <a:off x="407670" y="6356985"/>
            <a:ext cx="2995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允公允能 日新月异</a:t>
            </a:r>
          </a:p>
        </p:txBody>
      </p:sp>
      <p:pic>
        <p:nvPicPr>
          <p:cNvPr id="2" name="图片 1" descr="D:\360MoveData\Users\xiaoxiao\Desktop\微信图片_20230609200656.png微信图片_2023060920065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lum bright="70000" contrast="-70000"/>
          </a:blip>
          <a:srcRect/>
          <a:stretch>
            <a:fillRect/>
          </a:stretch>
        </p:blipFill>
        <p:spPr>
          <a:xfrm>
            <a:off x="4079875" y="1262380"/>
            <a:ext cx="3778885" cy="1386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68" y="57038"/>
            <a:ext cx="12192000" cy="6861810"/>
          </a:xfrm>
        </p:spPr>
      </p:pic>
      <p:pic>
        <p:nvPicPr>
          <p:cNvPr id="46" name="图片 45" descr="D:\360MoveData\Users\xiaoxiao\Desktop\1004150863.jpg1004150863"/>
          <p:cNvPicPr>
            <a:picLocks noChangeAspect="1"/>
          </p:cNvPicPr>
          <p:nvPr/>
        </p:nvPicPr>
        <p:blipFill>
          <a:blip r:embed="rId4"/>
          <a:srcRect t="29831" b="23831"/>
          <a:stretch>
            <a:fillRect/>
          </a:stretch>
        </p:blipFill>
        <p:spPr>
          <a:xfrm>
            <a:off x="1270" y="0"/>
            <a:ext cx="12190730" cy="3155950"/>
          </a:xfrm>
          <a:prstGeom prst="rect">
            <a:avLst/>
          </a:prstGeom>
        </p:spPr>
      </p:pic>
      <p:pic>
        <p:nvPicPr>
          <p:cNvPr id="6" name="图片 5" descr="D:\360MoveData\Users\xiaoxiao\Desktop\logo2.pnglogo2">
            <a:extLst>
              <a:ext uri="{FF2B5EF4-FFF2-40B4-BE49-F238E27FC236}">
                <a16:creationId xmlns:a16="http://schemas.microsoft.com/office/drawing/2014/main" id="{8267710B-F66D-E4F6-53DF-60E8533CBE1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B2A0E77-4E82-883F-80C0-E7CEF71E76F3}"/>
              </a:ext>
            </a:extLst>
          </p:cNvPr>
          <p:cNvSpPr/>
          <p:nvPr/>
        </p:nvSpPr>
        <p:spPr>
          <a:xfrm>
            <a:off x="-7152640" y="-171450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 bwMode="auto">
          <a:xfrm>
            <a:off x="2421795" y="3760799"/>
            <a:ext cx="684076" cy="684076"/>
          </a:xfrm>
          <a:prstGeom prst="rect">
            <a:avLst/>
          </a:prstGeom>
          <a:solidFill>
            <a:srgbClr val="003E87"/>
          </a:solidFill>
          <a:ln w="28575" cap="flat" cmpd="sng" algn="ctr">
            <a:solidFill>
              <a:srgbClr val="003E87"/>
            </a:solidFill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rPr>
              <a:t>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Impact" panose="020B0806030902050204" pitchFamily="34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44" name="Rectangle 73"/>
          <p:cNvSpPr/>
          <p:nvPr/>
        </p:nvSpPr>
        <p:spPr>
          <a:xfrm>
            <a:off x="3105871" y="3918080"/>
            <a:ext cx="6308753" cy="136919"/>
          </a:xfrm>
          <a:prstGeom prst="rect">
            <a:avLst/>
          </a:prstGeom>
        </p:spPr>
        <p:txBody>
          <a:bodyPr wrap="square" lIns="144000" tIns="0" rIns="14400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5B9BD5"/>
                </a:solidFill>
                <a:latin typeface="Calibri" panose="020F0502020204030204"/>
                <a:sym typeface="+mn-lt"/>
              </a:rPr>
              <a:t>溯源乳业匠心，共研绿色未来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+mn-lt"/>
            </a:endParaRPr>
          </a:p>
        </p:txBody>
      </p:sp>
      <p:sp>
        <p:nvSpPr>
          <p:cNvPr id="38" name="Rectangle 73"/>
          <p:cNvSpPr/>
          <p:nvPr/>
        </p:nvSpPr>
        <p:spPr>
          <a:xfrm>
            <a:off x="3082103" y="5119673"/>
            <a:ext cx="8482785" cy="299229"/>
          </a:xfrm>
          <a:prstGeom prst="rect">
            <a:avLst/>
          </a:prstGeom>
        </p:spPr>
        <p:txBody>
          <a:bodyPr wrap="square" lIns="144000" tIns="0" rIns="144000" bIns="0">
            <a:no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ED7D31"/>
                </a:solidFill>
                <a:cs typeface="+mn-ea"/>
                <a:sym typeface="+mn-lt"/>
              </a:rPr>
              <a:t>学习走访并重，实践点亮未来</a:t>
            </a:r>
          </a:p>
        </p:txBody>
      </p:sp>
      <p:sp>
        <p:nvSpPr>
          <p:cNvPr id="34" name="矩形 33"/>
          <p:cNvSpPr/>
          <p:nvPr/>
        </p:nvSpPr>
        <p:spPr bwMode="auto">
          <a:xfrm>
            <a:off x="2420227" y="5013176"/>
            <a:ext cx="684076" cy="684076"/>
          </a:xfrm>
          <a:prstGeom prst="rect">
            <a:avLst/>
          </a:prstGeom>
          <a:solidFill>
            <a:srgbClr val="ED7D3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ea"/>
                <a:sym typeface="+mn-lt"/>
              </a:rPr>
              <a:t>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100000"/>
                </a:prstClr>
              </a:solidFill>
              <a:effectLst/>
              <a:uLnTx/>
              <a:uFillTx/>
              <a:latin typeface="Impact" panose="020B0806030902050204" pitchFamily="34" charset="0"/>
              <a:ea typeface="宋体" panose="02010600030101010101" pitchFamily="2" charset="-122"/>
              <a:cs typeface="+mn-ea"/>
              <a:sym typeface="+mn-lt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19336" y="2188276"/>
            <a:ext cx="2982770" cy="952692"/>
            <a:chOff x="119336" y="1725785"/>
            <a:chExt cx="2982770" cy="952692"/>
          </a:xfrm>
        </p:grpSpPr>
        <p:grpSp>
          <p:nvGrpSpPr>
            <p:cNvPr id="48" name="组合 47"/>
            <p:cNvGrpSpPr/>
            <p:nvPr/>
          </p:nvGrpSpPr>
          <p:grpSpPr>
            <a:xfrm>
              <a:off x="119336" y="1797769"/>
              <a:ext cx="2982770" cy="880708"/>
              <a:chOff x="78885" y="1794976"/>
              <a:chExt cx="2833598" cy="621427"/>
            </a:xfrm>
          </p:grpSpPr>
          <p:sp>
            <p:nvSpPr>
              <p:cNvPr id="50" name="平行四边形 49"/>
              <p:cNvSpPr/>
              <p:nvPr/>
            </p:nvSpPr>
            <p:spPr bwMode="auto">
              <a:xfrm>
                <a:off x="181603" y="2044662"/>
                <a:ext cx="2730880" cy="360040"/>
              </a:xfrm>
              <a:prstGeom prst="parallelogram">
                <a:avLst>
                  <a:gd name="adj" fmla="val 76283"/>
                </a:avLst>
              </a:prstGeom>
              <a:solidFill>
                <a:srgbClr val="8C0807"/>
              </a:solidFill>
              <a:ln w="19050">
                <a:solidFill>
                  <a:srgbClr val="8C0807"/>
                </a:solidFill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 bwMode="auto">
              <a:xfrm>
                <a:off x="78885" y="1794976"/>
                <a:ext cx="2459596" cy="621427"/>
              </a:xfrm>
              <a:prstGeom prst="rect">
                <a:avLst/>
              </a:prstGeom>
              <a:solidFill>
                <a:srgbClr val="8C0807"/>
              </a:solidFill>
              <a:ln w="19050">
                <a:solidFill>
                  <a:srgbClr val="8C0807"/>
                </a:solidFill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396058" y="1725785"/>
              <a:ext cx="1925527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目 录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19380" y="6316345"/>
            <a:ext cx="3281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允公允能 日新月异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4489176" y="-1035496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rgbClr val="750909"/>
              </a:gs>
              <a:gs pos="42000">
                <a:srgbClr val="981A1B"/>
              </a:gs>
              <a:gs pos="74000">
                <a:srgbClr val="A92121"/>
              </a:gs>
              <a:gs pos="100000">
                <a:srgbClr val="C42B2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7612480" y="2061490"/>
            <a:ext cx="3168995" cy="2664296"/>
            <a:chOff x="5878074" y="2244876"/>
            <a:chExt cx="2826401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5878074" y="3021909"/>
              <a:ext cx="2826401" cy="88527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srgbClr val="750909"/>
                  </a:solidFill>
                  <a:latin typeface="AvantGarde Md BT" pitchFamily="34" charset="0"/>
                  <a:ea typeface="微软雅黑" panose="020B0503020204020204" pitchFamily="34" charset="-122"/>
                </a:rPr>
                <a:t>实践一</a:t>
              </a:r>
              <a:endParaRPr lang="en-US" altLang="zh-CN" sz="6000" b="1" dirty="0">
                <a:solidFill>
                  <a:srgbClr val="750909"/>
                </a:solidFill>
                <a:latin typeface="AvantGarde Md BT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719475" y="2563376"/>
            <a:ext cx="4985980" cy="173124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溯源乳业匠心，</a:t>
            </a:r>
            <a:endParaRPr lang="en-US" altLang="zh-CN" sz="5400" b="1" dirty="0">
              <a:solidFill>
                <a:schemeClr val="bg1"/>
              </a:solidFill>
              <a:latin typeface="AvantGarde Md BT" pitchFamily="34" charset="0"/>
              <a:ea typeface="微软雅黑" panose="020B0503020204020204" pitchFamily="34" charset="-122"/>
            </a:endParaRPr>
          </a:p>
          <a:p>
            <a:r>
              <a:rPr lang="zh-CN" altLang="en-US" sz="54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共研绿色未来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56270" y="188278"/>
            <a:ext cx="3269615" cy="1199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858659" y="329083"/>
            <a:ext cx="42285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i="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sz="3200" b="1" i="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0</a:t>
            </a:r>
            <a:r>
              <a:rPr sz="3200" b="1" i="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sz="3200" b="1" i="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</a:t>
            </a:r>
            <a:r>
              <a:rPr sz="3200" b="1" i="0" spc="-1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的组织规划</a:t>
            </a:r>
            <a:endParaRPr sz="3200" b="1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44449" y="1155892"/>
            <a:ext cx="724535" cy="723900"/>
          </a:xfrm>
          <a:custGeom>
            <a:avLst/>
            <a:gdLst/>
            <a:ahLst/>
            <a:cxnLst/>
            <a:rect l="l" t="t" r="r" b="b"/>
            <a:pathLst>
              <a:path w="724535" h="723900">
                <a:moveTo>
                  <a:pt x="362000" y="0"/>
                </a:moveTo>
                <a:lnTo>
                  <a:pt x="312880" y="3304"/>
                </a:lnTo>
                <a:lnTo>
                  <a:pt x="265768" y="12929"/>
                </a:lnTo>
                <a:lnTo>
                  <a:pt x="221095" y="28444"/>
                </a:lnTo>
                <a:lnTo>
                  <a:pt x="179293" y="49417"/>
                </a:lnTo>
                <a:lnTo>
                  <a:pt x="140794" y="75417"/>
                </a:lnTo>
                <a:lnTo>
                  <a:pt x="106029" y="106013"/>
                </a:lnTo>
                <a:lnTo>
                  <a:pt x="75428" y="140773"/>
                </a:lnTo>
                <a:lnTo>
                  <a:pt x="49424" y="179267"/>
                </a:lnTo>
                <a:lnTo>
                  <a:pt x="28448" y="221063"/>
                </a:lnTo>
                <a:lnTo>
                  <a:pt x="12931" y="265729"/>
                </a:lnTo>
                <a:lnTo>
                  <a:pt x="3304" y="312835"/>
                </a:lnTo>
                <a:lnTo>
                  <a:pt x="0" y="361950"/>
                </a:lnTo>
                <a:lnTo>
                  <a:pt x="3304" y="411064"/>
                </a:lnTo>
                <a:lnTo>
                  <a:pt x="12931" y="458170"/>
                </a:lnTo>
                <a:lnTo>
                  <a:pt x="28448" y="502836"/>
                </a:lnTo>
                <a:lnTo>
                  <a:pt x="49424" y="544632"/>
                </a:lnTo>
                <a:lnTo>
                  <a:pt x="75428" y="583126"/>
                </a:lnTo>
                <a:lnTo>
                  <a:pt x="106029" y="617886"/>
                </a:lnTo>
                <a:lnTo>
                  <a:pt x="140794" y="648482"/>
                </a:lnTo>
                <a:lnTo>
                  <a:pt x="179293" y="674482"/>
                </a:lnTo>
                <a:lnTo>
                  <a:pt x="221095" y="695455"/>
                </a:lnTo>
                <a:lnTo>
                  <a:pt x="265768" y="710970"/>
                </a:lnTo>
                <a:lnTo>
                  <a:pt x="312880" y="720595"/>
                </a:lnTo>
                <a:lnTo>
                  <a:pt x="362000" y="723900"/>
                </a:lnTo>
                <a:lnTo>
                  <a:pt x="411121" y="720595"/>
                </a:lnTo>
                <a:lnTo>
                  <a:pt x="458232" y="710970"/>
                </a:lnTo>
                <a:lnTo>
                  <a:pt x="502904" y="695455"/>
                </a:lnTo>
                <a:lnTo>
                  <a:pt x="544704" y="674482"/>
                </a:lnTo>
                <a:lnTo>
                  <a:pt x="583202" y="648482"/>
                </a:lnTo>
                <a:lnTo>
                  <a:pt x="617966" y="617886"/>
                </a:lnTo>
                <a:lnTo>
                  <a:pt x="648565" y="583126"/>
                </a:lnTo>
                <a:lnTo>
                  <a:pt x="674567" y="544632"/>
                </a:lnTo>
                <a:lnTo>
                  <a:pt x="695542" y="502836"/>
                </a:lnTo>
                <a:lnTo>
                  <a:pt x="711058" y="458170"/>
                </a:lnTo>
                <a:lnTo>
                  <a:pt x="720684" y="411064"/>
                </a:lnTo>
                <a:lnTo>
                  <a:pt x="723988" y="361950"/>
                </a:lnTo>
                <a:lnTo>
                  <a:pt x="720684" y="312835"/>
                </a:lnTo>
                <a:lnTo>
                  <a:pt x="711058" y="265729"/>
                </a:lnTo>
                <a:lnTo>
                  <a:pt x="695542" y="221063"/>
                </a:lnTo>
                <a:lnTo>
                  <a:pt x="674567" y="179267"/>
                </a:lnTo>
                <a:lnTo>
                  <a:pt x="648565" y="140773"/>
                </a:lnTo>
                <a:lnTo>
                  <a:pt x="617966" y="106013"/>
                </a:lnTo>
                <a:lnTo>
                  <a:pt x="583202" y="75417"/>
                </a:lnTo>
                <a:lnTo>
                  <a:pt x="544704" y="49417"/>
                </a:lnTo>
                <a:lnTo>
                  <a:pt x="502904" y="28444"/>
                </a:lnTo>
                <a:lnTo>
                  <a:pt x="458232" y="12929"/>
                </a:lnTo>
                <a:lnTo>
                  <a:pt x="411121" y="3304"/>
                </a:lnTo>
                <a:lnTo>
                  <a:pt x="362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47562" y="1176155"/>
            <a:ext cx="719455" cy="723900"/>
          </a:xfrm>
          <a:custGeom>
            <a:avLst/>
            <a:gdLst/>
            <a:ahLst/>
            <a:cxnLst/>
            <a:rect l="l" t="t" r="r" b="b"/>
            <a:pathLst>
              <a:path w="719454" h="723900">
                <a:moveTo>
                  <a:pt x="359613" y="0"/>
                </a:moveTo>
                <a:lnTo>
                  <a:pt x="310817" y="3304"/>
                </a:lnTo>
                <a:lnTo>
                  <a:pt x="264015" y="12929"/>
                </a:lnTo>
                <a:lnTo>
                  <a:pt x="219638" y="28444"/>
                </a:lnTo>
                <a:lnTo>
                  <a:pt x="178112" y="49417"/>
                </a:lnTo>
                <a:lnTo>
                  <a:pt x="139866" y="75417"/>
                </a:lnTo>
                <a:lnTo>
                  <a:pt x="105330" y="106013"/>
                </a:lnTo>
                <a:lnTo>
                  <a:pt x="74931" y="140773"/>
                </a:lnTo>
                <a:lnTo>
                  <a:pt x="49099" y="179267"/>
                </a:lnTo>
                <a:lnTo>
                  <a:pt x="28261" y="221063"/>
                </a:lnTo>
                <a:lnTo>
                  <a:pt x="12846" y="265729"/>
                </a:lnTo>
                <a:lnTo>
                  <a:pt x="3282" y="312835"/>
                </a:lnTo>
                <a:lnTo>
                  <a:pt x="0" y="361950"/>
                </a:lnTo>
                <a:lnTo>
                  <a:pt x="3282" y="411064"/>
                </a:lnTo>
                <a:lnTo>
                  <a:pt x="12846" y="458170"/>
                </a:lnTo>
                <a:lnTo>
                  <a:pt x="28261" y="502836"/>
                </a:lnTo>
                <a:lnTo>
                  <a:pt x="49099" y="544632"/>
                </a:lnTo>
                <a:lnTo>
                  <a:pt x="74931" y="583126"/>
                </a:lnTo>
                <a:lnTo>
                  <a:pt x="105330" y="617886"/>
                </a:lnTo>
                <a:lnTo>
                  <a:pt x="139866" y="648482"/>
                </a:lnTo>
                <a:lnTo>
                  <a:pt x="178112" y="674482"/>
                </a:lnTo>
                <a:lnTo>
                  <a:pt x="219638" y="695455"/>
                </a:lnTo>
                <a:lnTo>
                  <a:pt x="264015" y="710970"/>
                </a:lnTo>
                <a:lnTo>
                  <a:pt x="310817" y="720595"/>
                </a:lnTo>
                <a:lnTo>
                  <a:pt x="359613" y="723900"/>
                </a:lnTo>
                <a:lnTo>
                  <a:pt x="408411" y="720595"/>
                </a:lnTo>
                <a:lnTo>
                  <a:pt x="455214" y="710970"/>
                </a:lnTo>
                <a:lnTo>
                  <a:pt x="499593" y="695455"/>
                </a:lnTo>
                <a:lnTo>
                  <a:pt x="541119" y="674482"/>
                </a:lnTo>
                <a:lnTo>
                  <a:pt x="579364" y="648482"/>
                </a:lnTo>
                <a:lnTo>
                  <a:pt x="613900" y="617886"/>
                </a:lnTo>
                <a:lnTo>
                  <a:pt x="644298" y="583126"/>
                </a:lnTo>
                <a:lnTo>
                  <a:pt x="670130" y="544632"/>
                </a:lnTo>
                <a:lnTo>
                  <a:pt x="690967" y="502836"/>
                </a:lnTo>
                <a:lnTo>
                  <a:pt x="706381" y="458170"/>
                </a:lnTo>
                <a:lnTo>
                  <a:pt x="715943" y="411064"/>
                </a:lnTo>
                <a:lnTo>
                  <a:pt x="719226" y="361950"/>
                </a:lnTo>
                <a:lnTo>
                  <a:pt x="715943" y="312835"/>
                </a:lnTo>
                <a:lnTo>
                  <a:pt x="706381" y="265729"/>
                </a:lnTo>
                <a:lnTo>
                  <a:pt x="690967" y="221063"/>
                </a:lnTo>
                <a:lnTo>
                  <a:pt x="670130" y="179267"/>
                </a:lnTo>
                <a:lnTo>
                  <a:pt x="644298" y="140773"/>
                </a:lnTo>
                <a:lnTo>
                  <a:pt x="613900" y="106013"/>
                </a:lnTo>
                <a:lnTo>
                  <a:pt x="579364" y="75417"/>
                </a:lnTo>
                <a:lnTo>
                  <a:pt x="541119" y="49417"/>
                </a:lnTo>
                <a:lnTo>
                  <a:pt x="499593" y="28444"/>
                </a:lnTo>
                <a:lnTo>
                  <a:pt x="455214" y="12929"/>
                </a:lnTo>
                <a:lnTo>
                  <a:pt x="408411" y="3304"/>
                </a:lnTo>
                <a:lnTo>
                  <a:pt x="359613" y="0"/>
                </a:lnTo>
                <a:close/>
              </a:path>
            </a:pathLst>
          </a:custGeom>
          <a:solidFill>
            <a:srgbClr val="C52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7528" y="1758417"/>
            <a:ext cx="719455" cy="723900"/>
          </a:xfrm>
          <a:custGeom>
            <a:avLst/>
            <a:gdLst/>
            <a:ahLst/>
            <a:cxnLst/>
            <a:rect l="l" t="t" r="r" b="b"/>
            <a:pathLst>
              <a:path w="719454" h="723900">
                <a:moveTo>
                  <a:pt x="359613" y="0"/>
                </a:moveTo>
                <a:lnTo>
                  <a:pt x="310817" y="3304"/>
                </a:lnTo>
                <a:lnTo>
                  <a:pt x="264015" y="12929"/>
                </a:lnTo>
                <a:lnTo>
                  <a:pt x="219638" y="28444"/>
                </a:lnTo>
                <a:lnTo>
                  <a:pt x="178112" y="49417"/>
                </a:lnTo>
                <a:lnTo>
                  <a:pt x="139866" y="75417"/>
                </a:lnTo>
                <a:lnTo>
                  <a:pt x="105330" y="106013"/>
                </a:lnTo>
                <a:lnTo>
                  <a:pt x="74931" y="140773"/>
                </a:lnTo>
                <a:lnTo>
                  <a:pt x="49099" y="179267"/>
                </a:lnTo>
                <a:lnTo>
                  <a:pt x="28261" y="221063"/>
                </a:lnTo>
                <a:lnTo>
                  <a:pt x="12846" y="265729"/>
                </a:lnTo>
                <a:lnTo>
                  <a:pt x="3282" y="312835"/>
                </a:lnTo>
                <a:lnTo>
                  <a:pt x="0" y="361950"/>
                </a:lnTo>
                <a:lnTo>
                  <a:pt x="3282" y="411064"/>
                </a:lnTo>
                <a:lnTo>
                  <a:pt x="12846" y="458170"/>
                </a:lnTo>
                <a:lnTo>
                  <a:pt x="28261" y="502836"/>
                </a:lnTo>
                <a:lnTo>
                  <a:pt x="49099" y="544632"/>
                </a:lnTo>
                <a:lnTo>
                  <a:pt x="74931" y="583126"/>
                </a:lnTo>
                <a:lnTo>
                  <a:pt x="105330" y="617886"/>
                </a:lnTo>
                <a:lnTo>
                  <a:pt x="139866" y="648482"/>
                </a:lnTo>
                <a:lnTo>
                  <a:pt x="178112" y="674482"/>
                </a:lnTo>
                <a:lnTo>
                  <a:pt x="219638" y="695455"/>
                </a:lnTo>
                <a:lnTo>
                  <a:pt x="264015" y="710970"/>
                </a:lnTo>
                <a:lnTo>
                  <a:pt x="310817" y="720595"/>
                </a:lnTo>
                <a:lnTo>
                  <a:pt x="359613" y="723900"/>
                </a:lnTo>
                <a:lnTo>
                  <a:pt x="408411" y="720595"/>
                </a:lnTo>
                <a:lnTo>
                  <a:pt x="455214" y="710970"/>
                </a:lnTo>
                <a:lnTo>
                  <a:pt x="499593" y="695455"/>
                </a:lnTo>
                <a:lnTo>
                  <a:pt x="541119" y="674482"/>
                </a:lnTo>
                <a:lnTo>
                  <a:pt x="579364" y="648482"/>
                </a:lnTo>
                <a:lnTo>
                  <a:pt x="613900" y="617886"/>
                </a:lnTo>
                <a:lnTo>
                  <a:pt x="644298" y="583126"/>
                </a:lnTo>
                <a:lnTo>
                  <a:pt x="670130" y="544632"/>
                </a:lnTo>
                <a:lnTo>
                  <a:pt x="690967" y="502836"/>
                </a:lnTo>
                <a:lnTo>
                  <a:pt x="706381" y="458170"/>
                </a:lnTo>
                <a:lnTo>
                  <a:pt x="715943" y="411064"/>
                </a:lnTo>
                <a:lnTo>
                  <a:pt x="719226" y="361950"/>
                </a:lnTo>
                <a:lnTo>
                  <a:pt x="715943" y="312835"/>
                </a:lnTo>
                <a:lnTo>
                  <a:pt x="706381" y="265729"/>
                </a:lnTo>
                <a:lnTo>
                  <a:pt x="690967" y="221063"/>
                </a:lnTo>
                <a:lnTo>
                  <a:pt x="670130" y="179267"/>
                </a:lnTo>
                <a:lnTo>
                  <a:pt x="644298" y="140773"/>
                </a:lnTo>
                <a:lnTo>
                  <a:pt x="613900" y="106013"/>
                </a:lnTo>
                <a:lnTo>
                  <a:pt x="579364" y="75417"/>
                </a:lnTo>
                <a:lnTo>
                  <a:pt x="541119" y="49417"/>
                </a:lnTo>
                <a:lnTo>
                  <a:pt x="499593" y="28444"/>
                </a:lnTo>
                <a:lnTo>
                  <a:pt x="455214" y="12929"/>
                </a:lnTo>
                <a:lnTo>
                  <a:pt x="408411" y="3304"/>
                </a:lnTo>
                <a:lnTo>
                  <a:pt x="359613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26780" y="1396885"/>
            <a:ext cx="3268979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 err="1">
                <a:solidFill>
                  <a:srgbClr val="750808"/>
                </a:solidFill>
                <a:latin typeface="微软雅黑"/>
              </a:rPr>
              <a:t>组建</a:t>
            </a:r>
            <a:r>
              <a:rPr lang="zh-CN" altLang="en-US" sz="1600" b="1" spc="-3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跨学科跨专业</a:t>
            </a:r>
            <a:r>
              <a:rPr sz="1600" b="1" spc="-30" dirty="0" err="1">
                <a:solidFill>
                  <a:srgbClr val="750808"/>
                </a:solidFill>
                <a:latin typeface="微软雅黑"/>
              </a:rPr>
              <a:t>的团队</a:t>
            </a:r>
            <a:endParaRPr sz="1600" b="1" spc="-30" dirty="0">
              <a:solidFill>
                <a:srgbClr val="750808"/>
              </a:solidFill>
              <a:latin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99188" y="1402948"/>
            <a:ext cx="205232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 err="1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</a:t>
            </a:r>
            <a:r>
              <a:rPr lang="zh-CN" altLang="en-US" sz="1600" b="1" spc="-3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清晰的矩阵化分工</a:t>
            </a:r>
            <a:endParaRPr sz="1600" b="1" spc="-30" dirty="0">
              <a:solidFill>
                <a:srgbClr val="75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00528" y="1961099"/>
            <a:ext cx="184975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600" b="1" spc="-3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小时化的行程规划</a:t>
            </a:r>
            <a:endParaRPr sz="1600" b="1" spc="-30" dirty="0">
              <a:solidFill>
                <a:srgbClr val="75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7820" y="233680"/>
            <a:ext cx="2491739" cy="91439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-507490" y="6466186"/>
            <a:ext cx="3860800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5"/>
              </a:lnSpc>
            </a:pPr>
            <a:r>
              <a:rPr spc="-10" dirty="0"/>
              <a:t>允公允能 日新月异</a:t>
            </a:r>
          </a:p>
        </p:txBody>
      </p: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55B4989D-BC6A-DBCE-F9FB-8A9CB3E8235E}"/>
              </a:ext>
            </a:extLst>
          </p:cNvPr>
          <p:cNvGrpSpPr/>
          <p:nvPr/>
        </p:nvGrpSpPr>
        <p:grpSpPr>
          <a:xfrm>
            <a:off x="-77901" y="2558860"/>
            <a:ext cx="12739255" cy="3830783"/>
            <a:chOff x="-77901" y="2558860"/>
            <a:chExt cx="12739255" cy="3830783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B173481-7437-7B24-B8FA-AE94CDA010CD}"/>
                </a:ext>
              </a:extLst>
            </p:cNvPr>
            <p:cNvGrpSpPr/>
            <p:nvPr/>
          </p:nvGrpSpPr>
          <p:grpSpPr>
            <a:xfrm>
              <a:off x="-77901" y="2558860"/>
              <a:ext cx="12739255" cy="3830783"/>
              <a:chOff x="-96982" y="2812471"/>
              <a:chExt cx="12739255" cy="3830783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2A040F5-EE78-2A26-3A01-B7DBF538920B}"/>
                  </a:ext>
                </a:extLst>
              </p:cNvPr>
              <p:cNvSpPr/>
              <p:nvPr/>
            </p:nvSpPr>
            <p:spPr>
              <a:xfrm>
                <a:off x="0" y="2812471"/>
                <a:ext cx="12240491" cy="38307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cs"/>
                </a:endParaRPr>
              </a:p>
            </p:txBody>
          </p: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5D9AA1B6-3C4F-C873-C5C9-E6172D4AA661}"/>
                  </a:ext>
                </a:extLst>
              </p:cNvPr>
              <p:cNvGrpSpPr/>
              <p:nvPr/>
            </p:nvGrpSpPr>
            <p:grpSpPr>
              <a:xfrm>
                <a:off x="0" y="6414656"/>
                <a:ext cx="12642273" cy="110835"/>
                <a:chOff x="-394855" y="166255"/>
                <a:chExt cx="12642273" cy="221673"/>
              </a:xfrm>
              <a:solidFill>
                <a:schemeClr val="bg1">
                  <a:alpha val="53000"/>
                </a:schemeClr>
              </a:solidFill>
            </p:grpSpPr>
            <p:grpSp>
              <p:nvGrpSpPr>
                <p:cNvPr id="82" name="组合 81">
                  <a:extLst>
                    <a:ext uri="{FF2B5EF4-FFF2-40B4-BE49-F238E27FC236}">
                      <a16:creationId xmlns:a16="http://schemas.microsoft.com/office/drawing/2014/main" id="{C6CFC2B3-3F2C-DD0C-D0B6-F236A0CFF28F}"/>
                    </a:ext>
                  </a:extLst>
                </p:cNvPr>
                <p:cNvGrpSpPr/>
                <p:nvPr/>
              </p:nvGrpSpPr>
              <p:grpSpPr>
                <a:xfrm>
                  <a:off x="5985163" y="166255"/>
                  <a:ext cx="6262255" cy="221673"/>
                  <a:chOff x="221673" y="138546"/>
                  <a:chExt cx="6262255" cy="221673"/>
                </a:xfrm>
                <a:grpFill/>
              </p:grpSpPr>
              <p:grpSp>
                <p:nvGrpSpPr>
                  <p:cNvPr id="112" name="组合 111">
                    <a:extLst>
                      <a:ext uri="{FF2B5EF4-FFF2-40B4-BE49-F238E27FC236}">
                        <a16:creationId xmlns:a16="http://schemas.microsoft.com/office/drawing/2014/main" id="{CC1ECB67-B405-F30F-1C0E-9A02156ED283}"/>
                      </a:ext>
                    </a:extLst>
                  </p:cNvPr>
                  <p:cNvGrpSpPr/>
                  <p:nvPr/>
                </p:nvGrpSpPr>
                <p:grpSpPr>
                  <a:xfrm>
                    <a:off x="221673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134" name="矩形: 圆角 133">
                      <a:extLst>
                        <a:ext uri="{FF2B5EF4-FFF2-40B4-BE49-F238E27FC236}">
                          <a16:creationId xmlns:a16="http://schemas.microsoft.com/office/drawing/2014/main" id="{A62E2005-9B09-715E-A93D-E76C1CB6C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5" name="矩形: 圆角 134">
                      <a:extLst>
                        <a:ext uri="{FF2B5EF4-FFF2-40B4-BE49-F238E27FC236}">
                          <a16:creationId xmlns:a16="http://schemas.microsoft.com/office/drawing/2014/main" id="{E7586B5E-AADA-131B-1AE1-E901DFB564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6" name="矩形: 圆角 135">
                      <a:extLst>
                        <a:ext uri="{FF2B5EF4-FFF2-40B4-BE49-F238E27FC236}">
                          <a16:creationId xmlns:a16="http://schemas.microsoft.com/office/drawing/2014/main" id="{658B039D-CFF2-2A92-A69A-949286755F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7" name="矩形: 圆角 136">
                      <a:extLst>
                        <a:ext uri="{FF2B5EF4-FFF2-40B4-BE49-F238E27FC236}">
                          <a16:creationId xmlns:a16="http://schemas.microsoft.com/office/drawing/2014/main" id="{95130D85-B198-047E-40A0-13B7A6D806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8" name="矩形: 圆角 137">
                      <a:extLst>
                        <a:ext uri="{FF2B5EF4-FFF2-40B4-BE49-F238E27FC236}">
                          <a16:creationId xmlns:a16="http://schemas.microsoft.com/office/drawing/2014/main" id="{19529FEE-2B92-E3E8-C3D8-858370C0A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9" name="矩形: 圆角 138">
                      <a:extLst>
                        <a:ext uri="{FF2B5EF4-FFF2-40B4-BE49-F238E27FC236}">
                          <a16:creationId xmlns:a16="http://schemas.microsoft.com/office/drawing/2014/main" id="{A117627A-ED46-28C1-FC67-9F8F832842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3" name="组合 112">
                    <a:extLst>
                      <a:ext uri="{FF2B5EF4-FFF2-40B4-BE49-F238E27FC236}">
                        <a16:creationId xmlns:a16="http://schemas.microsoft.com/office/drawing/2014/main" id="{1E20ACA0-3858-EDB3-9076-EB74B891F480}"/>
                      </a:ext>
                    </a:extLst>
                  </p:cNvPr>
                  <p:cNvGrpSpPr/>
                  <p:nvPr/>
                </p:nvGrpSpPr>
                <p:grpSpPr>
                  <a:xfrm>
                    <a:off x="1833418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128" name="矩形: 圆角 127">
                      <a:extLst>
                        <a:ext uri="{FF2B5EF4-FFF2-40B4-BE49-F238E27FC236}">
                          <a16:creationId xmlns:a16="http://schemas.microsoft.com/office/drawing/2014/main" id="{9AF7B262-009D-DD37-3059-2DF9881BD7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29" name="矩形: 圆角 128">
                      <a:extLst>
                        <a:ext uri="{FF2B5EF4-FFF2-40B4-BE49-F238E27FC236}">
                          <a16:creationId xmlns:a16="http://schemas.microsoft.com/office/drawing/2014/main" id="{532AF984-E8B0-A26B-9F5F-315D948A45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0" name="矩形: 圆角 129">
                      <a:extLst>
                        <a:ext uri="{FF2B5EF4-FFF2-40B4-BE49-F238E27FC236}">
                          <a16:creationId xmlns:a16="http://schemas.microsoft.com/office/drawing/2014/main" id="{5542CAA4-4C78-DA80-7B6A-5BF40F5A47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1" name="矩形: 圆角 130">
                      <a:extLst>
                        <a:ext uri="{FF2B5EF4-FFF2-40B4-BE49-F238E27FC236}">
                          <a16:creationId xmlns:a16="http://schemas.microsoft.com/office/drawing/2014/main" id="{AB16D0D3-131A-5B02-C02F-A4B9758BDA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2" name="矩形: 圆角 131">
                      <a:extLst>
                        <a:ext uri="{FF2B5EF4-FFF2-40B4-BE49-F238E27FC236}">
                          <a16:creationId xmlns:a16="http://schemas.microsoft.com/office/drawing/2014/main" id="{7D87FD36-7BE5-4550-0FD9-D315494CEF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33" name="矩形: 圆角 132">
                      <a:extLst>
                        <a:ext uri="{FF2B5EF4-FFF2-40B4-BE49-F238E27FC236}">
                          <a16:creationId xmlns:a16="http://schemas.microsoft.com/office/drawing/2014/main" id="{7CC9B999-0CF0-9670-51BC-493B6284C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4" name="组合 113">
                    <a:extLst>
                      <a:ext uri="{FF2B5EF4-FFF2-40B4-BE49-F238E27FC236}">
                        <a16:creationId xmlns:a16="http://schemas.microsoft.com/office/drawing/2014/main" id="{6F9692E2-79F6-E9C5-4629-7E1BE603E8B7}"/>
                      </a:ext>
                    </a:extLst>
                  </p:cNvPr>
                  <p:cNvGrpSpPr/>
                  <p:nvPr/>
                </p:nvGrpSpPr>
                <p:grpSpPr>
                  <a:xfrm>
                    <a:off x="3445163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122" name="矩形: 圆角 121">
                      <a:extLst>
                        <a:ext uri="{FF2B5EF4-FFF2-40B4-BE49-F238E27FC236}">
                          <a16:creationId xmlns:a16="http://schemas.microsoft.com/office/drawing/2014/main" id="{C44423C9-E429-EA82-877E-F3AE6ECDBF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23" name="矩形: 圆角 122">
                      <a:extLst>
                        <a:ext uri="{FF2B5EF4-FFF2-40B4-BE49-F238E27FC236}">
                          <a16:creationId xmlns:a16="http://schemas.microsoft.com/office/drawing/2014/main" id="{6B76D102-2055-81C8-1F73-6227D5CC28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24" name="矩形: 圆角 123">
                      <a:extLst>
                        <a:ext uri="{FF2B5EF4-FFF2-40B4-BE49-F238E27FC236}">
                          <a16:creationId xmlns:a16="http://schemas.microsoft.com/office/drawing/2014/main" id="{5CF173DC-E82F-9C4C-F9EC-825220948E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25" name="矩形: 圆角 124">
                      <a:extLst>
                        <a:ext uri="{FF2B5EF4-FFF2-40B4-BE49-F238E27FC236}">
                          <a16:creationId xmlns:a16="http://schemas.microsoft.com/office/drawing/2014/main" id="{4EDC1542-E4E7-00D7-850E-EE3AEEA0B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26" name="矩形: 圆角 125">
                      <a:extLst>
                        <a:ext uri="{FF2B5EF4-FFF2-40B4-BE49-F238E27FC236}">
                          <a16:creationId xmlns:a16="http://schemas.microsoft.com/office/drawing/2014/main" id="{2D21D0AB-BB8F-5810-D8E9-21EAB81EDA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27" name="矩形: 圆角 126">
                      <a:extLst>
                        <a:ext uri="{FF2B5EF4-FFF2-40B4-BE49-F238E27FC236}">
                          <a16:creationId xmlns:a16="http://schemas.microsoft.com/office/drawing/2014/main" id="{9B036BB8-84C0-E697-CAF3-6B67BA8F8C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5" name="组合 114">
                    <a:extLst>
                      <a:ext uri="{FF2B5EF4-FFF2-40B4-BE49-F238E27FC236}">
                        <a16:creationId xmlns:a16="http://schemas.microsoft.com/office/drawing/2014/main" id="{BFD4A52C-0811-A225-BA06-13AE7EFB881A}"/>
                      </a:ext>
                    </a:extLst>
                  </p:cNvPr>
                  <p:cNvGrpSpPr/>
                  <p:nvPr/>
                </p:nvGrpSpPr>
                <p:grpSpPr>
                  <a:xfrm>
                    <a:off x="5056909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116" name="矩形: 圆角 115">
                      <a:extLst>
                        <a:ext uri="{FF2B5EF4-FFF2-40B4-BE49-F238E27FC236}">
                          <a16:creationId xmlns:a16="http://schemas.microsoft.com/office/drawing/2014/main" id="{008C43F0-605D-A3B9-B92F-6F2DB4CB2D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17" name="矩形: 圆角 116">
                      <a:extLst>
                        <a:ext uri="{FF2B5EF4-FFF2-40B4-BE49-F238E27FC236}">
                          <a16:creationId xmlns:a16="http://schemas.microsoft.com/office/drawing/2014/main" id="{2F2294F9-F54B-1FF4-5279-FE9D39AC70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18" name="矩形: 圆角 117">
                      <a:extLst>
                        <a:ext uri="{FF2B5EF4-FFF2-40B4-BE49-F238E27FC236}">
                          <a16:creationId xmlns:a16="http://schemas.microsoft.com/office/drawing/2014/main" id="{AFD8525A-A7C6-6EE6-FD52-A8B6FA50AB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19" name="矩形: 圆角 118">
                      <a:extLst>
                        <a:ext uri="{FF2B5EF4-FFF2-40B4-BE49-F238E27FC236}">
                          <a16:creationId xmlns:a16="http://schemas.microsoft.com/office/drawing/2014/main" id="{15163A6A-6AC0-4D88-BC98-7018038841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20" name="矩形: 圆角 119">
                      <a:extLst>
                        <a:ext uri="{FF2B5EF4-FFF2-40B4-BE49-F238E27FC236}">
                          <a16:creationId xmlns:a16="http://schemas.microsoft.com/office/drawing/2014/main" id="{B4AEF2E5-ED3C-69D2-4DFE-52BEE3BAAF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21" name="矩形: 圆角 120">
                      <a:extLst>
                        <a:ext uri="{FF2B5EF4-FFF2-40B4-BE49-F238E27FC236}">
                          <a16:creationId xmlns:a16="http://schemas.microsoft.com/office/drawing/2014/main" id="{054EBB57-4BE4-C3B8-3E1C-51BEBE16C3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id="{08784510-C0B4-A2F5-E029-DAA952D855B9}"/>
                    </a:ext>
                  </a:extLst>
                </p:cNvPr>
                <p:cNvGrpSpPr/>
                <p:nvPr/>
              </p:nvGrpSpPr>
              <p:grpSpPr>
                <a:xfrm>
                  <a:off x="-394855" y="166255"/>
                  <a:ext cx="6262255" cy="221673"/>
                  <a:chOff x="221673" y="138546"/>
                  <a:chExt cx="6262255" cy="221673"/>
                </a:xfrm>
                <a:grpFill/>
              </p:grpSpPr>
              <p:grpSp>
                <p:nvGrpSpPr>
                  <p:cNvPr id="84" name="组合 83">
                    <a:extLst>
                      <a:ext uri="{FF2B5EF4-FFF2-40B4-BE49-F238E27FC236}">
                        <a16:creationId xmlns:a16="http://schemas.microsoft.com/office/drawing/2014/main" id="{5C0C48E6-4A5B-A145-1C0A-D72D1F472C32}"/>
                      </a:ext>
                    </a:extLst>
                  </p:cNvPr>
                  <p:cNvGrpSpPr/>
                  <p:nvPr/>
                </p:nvGrpSpPr>
                <p:grpSpPr>
                  <a:xfrm>
                    <a:off x="221673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106" name="矩形: 圆角 105">
                      <a:extLst>
                        <a:ext uri="{FF2B5EF4-FFF2-40B4-BE49-F238E27FC236}">
                          <a16:creationId xmlns:a16="http://schemas.microsoft.com/office/drawing/2014/main" id="{E80259F2-D3AF-5410-11EC-A0B1D736E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07" name="矩形: 圆角 106">
                      <a:extLst>
                        <a:ext uri="{FF2B5EF4-FFF2-40B4-BE49-F238E27FC236}">
                          <a16:creationId xmlns:a16="http://schemas.microsoft.com/office/drawing/2014/main" id="{4BDF441D-91B1-B3FE-524E-72C44263AB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08" name="矩形: 圆角 107">
                      <a:extLst>
                        <a:ext uri="{FF2B5EF4-FFF2-40B4-BE49-F238E27FC236}">
                          <a16:creationId xmlns:a16="http://schemas.microsoft.com/office/drawing/2014/main" id="{8A5DFAB5-304E-BC56-21C2-D5056732B3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09" name="矩形: 圆角 108">
                      <a:extLst>
                        <a:ext uri="{FF2B5EF4-FFF2-40B4-BE49-F238E27FC236}">
                          <a16:creationId xmlns:a16="http://schemas.microsoft.com/office/drawing/2014/main" id="{95CBC7BC-4623-AEAD-23DE-733AD8AEDA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10" name="矩形: 圆角 109">
                      <a:extLst>
                        <a:ext uri="{FF2B5EF4-FFF2-40B4-BE49-F238E27FC236}">
                          <a16:creationId xmlns:a16="http://schemas.microsoft.com/office/drawing/2014/main" id="{BFE2FDB9-1ADD-9D8B-B5EF-7041FCD626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11" name="矩形: 圆角 110">
                      <a:extLst>
                        <a:ext uri="{FF2B5EF4-FFF2-40B4-BE49-F238E27FC236}">
                          <a16:creationId xmlns:a16="http://schemas.microsoft.com/office/drawing/2014/main" id="{A3B86C08-DD42-1253-C742-DAC4BC68EE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85" name="组合 84">
                    <a:extLst>
                      <a:ext uri="{FF2B5EF4-FFF2-40B4-BE49-F238E27FC236}">
                        <a16:creationId xmlns:a16="http://schemas.microsoft.com/office/drawing/2014/main" id="{F52F3BEF-FFCB-ED9F-D603-758CF9AC16D1}"/>
                      </a:ext>
                    </a:extLst>
                  </p:cNvPr>
                  <p:cNvGrpSpPr/>
                  <p:nvPr/>
                </p:nvGrpSpPr>
                <p:grpSpPr>
                  <a:xfrm>
                    <a:off x="1833418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100" name="矩形: 圆角 99">
                      <a:extLst>
                        <a:ext uri="{FF2B5EF4-FFF2-40B4-BE49-F238E27FC236}">
                          <a16:creationId xmlns:a16="http://schemas.microsoft.com/office/drawing/2014/main" id="{3886D1DB-0F4A-C8D9-EE83-78997E8BF2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01" name="矩形: 圆角 100">
                      <a:extLst>
                        <a:ext uri="{FF2B5EF4-FFF2-40B4-BE49-F238E27FC236}">
                          <a16:creationId xmlns:a16="http://schemas.microsoft.com/office/drawing/2014/main" id="{D7CC7B24-CB94-443D-1C91-3FC25CAFD7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02" name="矩形: 圆角 101">
                      <a:extLst>
                        <a:ext uri="{FF2B5EF4-FFF2-40B4-BE49-F238E27FC236}">
                          <a16:creationId xmlns:a16="http://schemas.microsoft.com/office/drawing/2014/main" id="{D156F64D-F298-7493-04C7-E013E60324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03" name="矩形: 圆角 102">
                      <a:extLst>
                        <a:ext uri="{FF2B5EF4-FFF2-40B4-BE49-F238E27FC236}">
                          <a16:creationId xmlns:a16="http://schemas.microsoft.com/office/drawing/2014/main" id="{F1732AF8-F5EE-009F-116C-830168BA3C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04" name="矩形: 圆角 103">
                      <a:extLst>
                        <a:ext uri="{FF2B5EF4-FFF2-40B4-BE49-F238E27FC236}">
                          <a16:creationId xmlns:a16="http://schemas.microsoft.com/office/drawing/2014/main" id="{628E9C52-9305-CDED-10A7-5617E97965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105" name="矩形: 圆角 104">
                      <a:extLst>
                        <a:ext uri="{FF2B5EF4-FFF2-40B4-BE49-F238E27FC236}">
                          <a16:creationId xmlns:a16="http://schemas.microsoft.com/office/drawing/2014/main" id="{901DAF01-EF15-809F-A2A8-7EA01936F2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86" name="组合 85">
                    <a:extLst>
                      <a:ext uri="{FF2B5EF4-FFF2-40B4-BE49-F238E27FC236}">
                        <a16:creationId xmlns:a16="http://schemas.microsoft.com/office/drawing/2014/main" id="{38ED702E-6EC4-9EE3-6F16-1FCD6EBCA917}"/>
                      </a:ext>
                    </a:extLst>
                  </p:cNvPr>
                  <p:cNvGrpSpPr/>
                  <p:nvPr/>
                </p:nvGrpSpPr>
                <p:grpSpPr>
                  <a:xfrm>
                    <a:off x="3445163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94" name="矩形: 圆角 93">
                      <a:extLst>
                        <a:ext uri="{FF2B5EF4-FFF2-40B4-BE49-F238E27FC236}">
                          <a16:creationId xmlns:a16="http://schemas.microsoft.com/office/drawing/2014/main" id="{D2AF17E6-E57C-8D0C-465A-900541D67D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5" name="矩形: 圆角 94">
                      <a:extLst>
                        <a:ext uri="{FF2B5EF4-FFF2-40B4-BE49-F238E27FC236}">
                          <a16:creationId xmlns:a16="http://schemas.microsoft.com/office/drawing/2014/main" id="{E65D0783-38DA-2112-C121-52F0E5A39B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6" name="矩形: 圆角 95">
                      <a:extLst>
                        <a:ext uri="{FF2B5EF4-FFF2-40B4-BE49-F238E27FC236}">
                          <a16:creationId xmlns:a16="http://schemas.microsoft.com/office/drawing/2014/main" id="{B2B468D5-675A-718B-B86C-A1942F5F07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7" name="矩形: 圆角 96">
                      <a:extLst>
                        <a:ext uri="{FF2B5EF4-FFF2-40B4-BE49-F238E27FC236}">
                          <a16:creationId xmlns:a16="http://schemas.microsoft.com/office/drawing/2014/main" id="{C48ED727-65FD-7B7C-E141-74BABEC5D1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8" name="矩形: 圆角 97">
                      <a:extLst>
                        <a:ext uri="{FF2B5EF4-FFF2-40B4-BE49-F238E27FC236}">
                          <a16:creationId xmlns:a16="http://schemas.microsoft.com/office/drawing/2014/main" id="{F948A246-C8E9-A7A3-79DB-BEDF538770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9" name="矩形: 圆角 98">
                      <a:extLst>
                        <a:ext uri="{FF2B5EF4-FFF2-40B4-BE49-F238E27FC236}">
                          <a16:creationId xmlns:a16="http://schemas.microsoft.com/office/drawing/2014/main" id="{4BE83A88-7CA7-DA67-FD23-DAD9634A64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87" name="组合 86">
                    <a:extLst>
                      <a:ext uri="{FF2B5EF4-FFF2-40B4-BE49-F238E27FC236}">
                        <a16:creationId xmlns:a16="http://schemas.microsoft.com/office/drawing/2014/main" id="{64B2AD74-CF0D-3C3A-D35D-94AA9F05B784}"/>
                      </a:ext>
                    </a:extLst>
                  </p:cNvPr>
                  <p:cNvGrpSpPr/>
                  <p:nvPr/>
                </p:nvGrpSpPr>
                <p:grpSpPr>
                  <a:xfrm>
                    <a:off x="5056909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88" name="矩形: 圆角 87">
                      <a:extLst>
                        <a:ext uri="{FF2B5EF4-FFF2-40B4-BE49-F238E27FC236}">
                          <a16:creationId xmlns:a16="http://schemas.microsoft.com/office/drawing/2014/main" id="{B660C0EF-C29B-0F10-C649-FE1EFEC60F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89" name="矩形: 圆角 88">
                      <a:extLst>
                        <a:ext uri="{FF2B5EF4-FFF2-40B4-BE49-F238E27FC236}">
                          <a16:creationId xmlns:a16="http://schemas.microsoft.com/office/drawing/2014/main" id="{9A01BEC0-A59F-C7E8-E56E-1D6C428240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0" name="矩形: 圆角 89">
                      <a:extLst>
                        <a:ext uri="{FF2B5EF4-FFF2-40B4-BE49-F238E27FC236}">
                          <a16:creationId xmlns:a16="http://schemas.microsoft.com/office/drawing/2014/main" id="{D056A8D2-81EC-EC1C-5E65-5AA24FCC38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1" name="矩形: 圆角 90">
                      <a:extLst>
                        <a:ext uri="{FF2B5EF4-FFF2-40B4-BE49-F238E27FC236}">
                          <a16:creationId xmlns:a16="http://schemas.microsoft.com/office/drawing/2014/main" id="{3216C058-1DB3-813B-E5FF-0876D679C6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2" name="矩形: 圆角 91">
                      <a:extLst>
                        <a:ext uri="{FF2B5EF4-FFF2-40B4-BE49-F238E27FC236}">
                          <a16:creationId xmlns:a16="http://schemas.microsoft.com/office/drawing/2014/main" id="{C7E82D96-4849-C15B-845C-B673037D0C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3" name="矩形: 圆角 92">
                      <a:extLst>
                        <a:ext uri="{FF2B5EF4-FFF2-40B4-BE49-F238E27FC236}">
                          <a16:creationId xmlns:a16="http://schemas.microsoft.com/office/drawing/2014/main" id="{4E9EA3F2-1336-5D7F-B514-6FA5F1E7BB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</p:grp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7D7A3AC8-B572-BD74-334A-29BD8961F883}"/>
                  </a:ext>
                </a:extLst>
              </p:cNvPr>
              <p:cNvGrpSpPr/>
              <p:nvPr/>
            </p:nvGrpSpPr>
            <p:grpSpPr>
              <a:xfrm>
                <a:off x="-96982" y="2923311"/>
                <a:ext cx="12642273" cy="110835"/>
                <a:chOff x="-394855" y="166255"/>
                <a:chExt cx="12642273" cy="221673"/>
              </a:xfrm>
              <a:solidFill>
                <a:schemeClr val="bg1">
                  <a:alpha val="53000"/>
                </a:schemeClr>
              </a:solidFill>
            </p:grpSpPr>
            <p:grpSp>
              <p:nvGrpSpPr>
                <p:cNvPr id="24" name="组合 23">
                  <a:extLst>
                    <a:ext uri="{FF2B5EF4-FFF2-40B4-BE49-F238E27FC236}">
                      <a16:creationId xmlns:a16="http://schemas.microsoft.com/office/drawing/2014/main" id="{298F1600-2D59-C1C8-0B7D-8EBA866BB616}"/>
                    </a:ext>
                  </a:extLst>
                </p:cNvPr>
                <p:cNvGrpSpPr/>
                <p:nvPr/>
              </p:nvGrpSpPr>
              <p:grpSpPr>
                <a:xfrm>
                  <a:off x="5985163" y="166255"/>
                  <a:ext cx="6262255" cy="221673"/>
                  <a:chOff x="221673" y="138546"/>
                  <a:chExt cx="6262255" cy="221673"/>
                </a:xfrm>
                <a:grpFill/>
              </p:grpSpPr>
              <p:grpSp>
                <p:nvGrpSpPr>
                  <p:cNvPr id="54" name="组合 53">
                    <a:extLst>
                      <a:ext uri="{FF2B5EF4-FFF2-40B4-BE49-F238E27FC236}">
                        <a16:creationId xmlns:a16="http://schemas.microsoft.com/office/drawing/2014/main" id="{FFF962A4-818E-A382-BC98-36B45D688592}"/>
                      </a:ext>
                    </a:extLst>
                  </p:cNvPr>
                  <p:cNvGrpSpPr/>
                  <p:nvPr/>
                </p:nvGrpSpPr>
                <p:grpSpPr>
                  <a:xfrm>
                    <a:off x="221673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76" name="矩形: 圆角 75">
                      <a:extLst>
                        <a:ext uri="{FF2B5EF4-FFF2-40B4-BE49-F238E27FC236}">
                          <a16:creationId xmlns:a16="http://schemas.microsoft.com/office/drawing/2014/main" id="{23032CDE-D930-E401-DD71-78E65AF7DA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77" name="矩形: 圆角 76">
                      <a:extLst>
                        <a:ext uri="{FF2B5EF4-FFF2-40B4-BE49-F238E27FC236}">
                          <a16:creationId xmlns:a16="http://schemas.microsoft.com/office/drawing/2014/main" id="{032167D6-6EB3-D1C4-3031-793C5EF672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78" name="矩形: 圆角 77">
                      <a:extLst>
                        <a:ext uri="{FF2B5EF4-FFF2-40B4-BE49-F238E27FC236}">
                          <a16:creationId xmlns:a16="http://schemas.microsoft.com/office/drawing/2014/main" id="{57CB0E77-6B0B-5EE1-0553-D91CF58C5A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79" name="矩形: 圆角 78">
                      <a:extLst>
                        <a:ext uri="{FF2B5EF4-FFF2-40B4-BE49-F238E27FC236}">
                          <a16:creationId xmlns:a16="http://schemas.microsoft.com/office/drawing/2014/main" id="{C0DFE291-77C4-18B2-90FA-207244251E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80" name="矩形: 圆角 79">
                      <a:extLst>
                        <a:ext uri="{FF2B5EF4-FFF2-40B4-BE49-F238E27FC236}">
                          <a16:creationId xmlns:a16="http://schemas.microsoft.com/office/drawing/2014/main" id="{C5088317-AC1D-3030-D7B8-03044EF53A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81" name="矩形: 圆角 80">
                      <a:extLst>
                        <a:ext uri="{FF2B5EF4-FFF2-40B4-BE49-F238E27FC236}">
                          <a16:creationId xmlns:a16="http://schemas.microsoft.com/office/drawing/2014/main" id="{5C4990C7-A9CB-BBBC-FB5B-403DEE994A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55" name="组合 54">
                    <a:extLst>
                      <a:ext uri="{FF2B5EF4-FFF2-40B4-BE49-F238E27FC236}">
                        <a16:creationId xmlns:a16="http://schemas.microsoft.com/office/drawing/2014/main" id="{5D1708EF-AEB8-F174-7F63-22FB1EC3F05F}"/>
                      </a:ext>
                    </a:extLst>
                  </p:cNvPr>
                  <p:cNvGrpSpPr/>
                  <p:nvPr/>
                </p:nvGrpSpPr>
                <p:grpSpPr>
                  <a:xfrm>
                    <a:off x="1833418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70" name="矩形: 圆角 69">
                      <a:extLst>
                        <a:ext uri="{FF2B5EF4-FFF2-40B4-BE49-F238E27FC236}">
                          <a16:creationId xmlns:a16="http://schemas.microsoft.com/office/drawing/2014/main" id="{E145C102-2611-B338-3C31-D91B115F5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71" name="矩形: 圆角 70">
                      <a:extLst>
                        <a:ext uri="{FF2B5EF4-FFF2-40B4-BE49-F238E27FC236}">
                          <a16:creationId xmlns:a16="http://schemas.microsoft.com/office/drawing/2014/main" id="{75DB00BE-F5A7-191D-FF46-1C9440FA17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72" name="矩形: 圆角 71">
                      <a:extLst>
                        <a:ext uri="{FF2B5EF4-FFF2-40B4-BE49-F238E27FC236}">
                          <a16:creationId xmlns:a16="http://schemas.microsoft.com/office/drawing/2014/main" id="{72F6D454-3B8B-1FD3-0377-7988483273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73" name="矩形: 圆角 72">
                      <a:extLst>
                        <a:ext uri="{FF2B5EF4-FFF2-40B4-BE49-F238E27FC236}">
                          <a16:creationId xmlns:a16="http://schemas.microsoft.com/office/drawing/2014/main" id="{681894A9-1D9B-04C8-6F7F-840872FD3E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74" name="矩形: 圆角 73">
                      <a:extLst>
                        <a:ext uri="{FF2B5EF4-FFF2-40B4-BE49-F238E27FC236}">
                          <a16:creationId xmlns:a16="http://schemas.microsoft.com/office/drawing/2014/main" id="{ACC696F3-772A-D9AD-5922-8B7FA66BF3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75" name="矩形: 圆角 74">
                      <a:extLst>
                        <a:ext uri="{FF2B5EF4-FFF2-40B4-BE49-F238E27FC236}">
                          <a16:creationId xmlns:a16="http://schemas.microsoft.com/office/drawing/2014/main" id="{00C7DB17-87C5-0D25-B346-7227010231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56" name="组合 55">
                    <a:extLst>
                      <a:ext uri="{FF2B5EF4-FFF2-40B4-BE49-F238E27FC236}">
                        <a16:creationId xmlns:a16="http://schemas.microsoft.com/office/drawing/2014/main" id="{51471B8D-098F-61A8-831A-85496F96FF80}"/>
                      </a:ext>
                    </a:extLst>
                  </p:cNvPr>
                  <p:cNvGrpSpPr/>
                  <p:nvPr/>
                </p:nvGrpSpPr>
                <p:grpSpPr>
                  <a:xfrm>
                    <a:off x="3445163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64" name="矩形: 圆角 63">
                      <a:extLst>
                        <a:ext uri="{FF2B5EF4-FFF2-40B4-BE49-F238E27FC236}">
                          <a16:creationId xmlns:a16="http://schemas.microsoft.com/office/drawing/2014/main" id="{EE70CA4D-CAC4-DEF3-85E2-CA97C2615A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5" name="矩形: 圆角 64">
                      <a:extLst>
                        <a:ext uri="{FF2B5EF4-FFF2-40B4-BE49-F238E27FC236}">
                          <a16:creationId xmlns:a16="http://schemas.microsoft.com/office/drawing/2014/main" id="{4CE6D913-915B-7A9F-A949-BCDBB5488F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6" name="矩形: 圆角 65">
                      <a:extLst>
                        <a:ext uri="{FF2B5EF4-FFF2-40B4-BE49-F238E27FC236}">
                          <a16:creationId xmlns:a16="http://schemas.microsoft.com/office/drawing/2014/main" id="{C7BA7F5E-F5E8-513F-CAC3-C298D08B8E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7" name="矩形: 圆角 66">
                      <a:extLst>
                        <a:ext uri="{FF2B5EF4-FFF2-40B4-BE49-F238E27FC236}">
                          <a16:creationId xmlns:a16="http://schemas.microsoft.com/office/drawing/2014/main" id="{31550071-6191-065C-32C2-2C84118AD2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8" name="矩形: 圆角 67">
                      <a:extLst>
                        <a:ext uri="{FF2B5EF4-FFF2-40B4-BE49-F238E27FC236}">
                          <a16:creationId xmlns:a16="http://schemas.microsoft.com/office/drawing/2014/main" id="{0BCDD44C-7010-1FB5-95D7-F41C1B947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9" name="矩形: 圆角 68">
                      <a:extLst>
                        <a:ext uri="{FF2B5EF4-FFF2-40B4-BE49-F238E27FC236}">
                          <a16:creationId xmlns:a16="http://schemas.microsoft.com/office/drawing/2014/main" id="{E4EB45A1-659A-F019-625E-8D74943866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57" name="组合 56">
                    <a:extLst>
                      <a:ext uri="{FF2B5EF4-FFF2-40B4-BE49-F238E27FC236}">
                        <a16:creationId xmlns:a16="http://schemas.microsoft.com/office/drawing/2014/main" id="{E9ADFCCC-BC0D-1B06-8F77-F743799715A1}"/>
                      </a:ext>
                    </a:extLst>
                  </p:cNvPr>
                  <p:cNvGrpSpPr/>
                  <p:nvPr/>
                </p:nvGrpSpPr>
                <p:grpSpPr>
                  <a:xfrm>
                    <a:off x="5056909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58" name="矩形: 圆角 57">
                      <a:extLst>
                        <a:ext uri="{FF2B5EF4-FFF2-40B4-BE49-F238E27FC236}">
                          <a16:creationId xmlns:a16="http://schemas.microsoft.com/office/drawing/2014/main" id="{37FD1D66-93D4-3E08-5AB0-6DA3958051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59" name="矩形: 圆角 58">
                      <a:extLst>
                        <a:ext uri="{FF2B5EF4-FFF2-40B4-BE49-F238E27FC236}">
                          <a16:creationId xmlns:a16="http://schemas.microsoft.com/office/drawing/2014/main" id="{EAC10526-30E4-4878-2A41-B2AA1B12D7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0" name="矩形: 圆角 59">
                      <a:extLst>
                        <a:ext uri="{FF2B5EF4-FFF2-40B4-BE49-F238E27FC236}">
                          <a16:creationId xmlns:a16="http://schemas.microsoft.com/office/drawing/2014/main" id="{12058E0A-0E6A-2221-0F12-B7C2BD2DBC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1" name="矩形: 圆角 60">
                      <a:extLst>
                        <a:ext uri="{FF2B5EF4-FFF2-40B4-BE49-F238E27FC236}">
                          <a16:creationId xmlns:a16="http://schemas.microsoft.com/office/drawing/2014/main" id="{983EA054-617A-7A07-EE81-E1E5179854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2" name="矩形: 圆角 61">
                      <a:extLst>
                        <a:ext uri="{FF2B5EF4-FFF2-40B4-BE49-F238E27FC236}">
                          <a16:creationId xmlns:a16="http://schemas.microsoft.com/office/drawing/2014/main" id="{66A8B3FD-CC22-1212-EE1A-D1FD5761D9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3" name="矩形: 圆角 62">
                      <a:extLst>
                        <a:ext uri="{FF2B5EF4-FFF2-40B4-BE49-F238E27FC236}">
                          <a16:creationId xmlns:a16="http://schemas.microsoft.com/office/drawing/2014/main" id="{F2F9BEC2-EBCB-E245-A11A-60A4293BED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25" name="组合 24">
                  <a:extLst>
                    <a:ext uri="{FF2B5EF4-FFF2-40B4-BE49-F238E27FC236}">
                      <a16:creationId xmlns:a16="http://schemas.microsoft.com/office/drawing/2014/main" id="{28804EF4-1477-F7C2-93F1-9906810D8C32}"/>
                    </a:ext>
                  </a:extLst>
                </p:cNvPr>
                <p:cNvGrpSpPr/>
                <p:nvPr/>
              </p:nvGrpSpPr>
              <p:grpSpPr>
                <a:xfrm>
                  <a:off x="-394855" y="166255"/>
                  <a:ext cx="6262255" cy="221673"/>
                  <a:chOff x="221673" y="138546"/>
                  <a:chExt cx="6262255" cy="221673"/>
                </a:xfrm>
                <a:grpFill/>
              </p:grpSpPr>
              <p:grpSp>
                <p:nvGrpSpPr>
                  <p:cNvPr id="26" name="组合 25">
                    <a:extLst>
                      <a:ext uri="{FF2B5EF4-FFF2-40B4-BE49-F238E27FC236}">
                        <a16:creationId xmlns:a16="http://schemas.microsoft.com/office/drawing/2014/main" id="{F97F978E-85A1-B728-E276-DB211DEC6A6A}"/>
                      </a:ext>
                    </a:extLst>
                  </p:cNvPr>
                  <p:cNvGrpSpPr/>
                  <p:nvPr/>
                </p:nvGrpSpPr>
                <p:grpSpPr>
                  <a:xfrm>
                    <a:off x="221673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48" name="矩形: 圆角 47">
                      <a:extLst>
                        <a:ext uri="{FF2B5EF4-FFF2-40B4-BE49-F238E27FC236}">
                          <a16:creationId xmlns:a16="http://schemas.microsoft.com/office/drawing/2014/main" id="{4715F561-99F5-E436-0A2E-18F0D43F73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49" name="矩形: 圆角 48">
                      <a:extLst>
                        <a:ext uri="{FF2B5EF4-FFF2-40B4-BE49-F238E27FC236}">
                          <a16:creationId xmlns:a16="http://schemas.microsoft.com/office/drawing/2014/main" id="{6A467FA4-0D40-3EF4-01DB-840E5743BB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50" name="矩形: 圆角 49">
                      <a:extLst>
                        <a:ext uri="{FF2B5EF4-FFF2-40B4-BE49-F238E27FC236}">
                          <a16:creationId xmlns:a16="http://schemas.microsoft.com/office/drawing/2014/main" id="{6E11E826-DB13-784B-7131-BA490D5C55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51" name="矩形: 圆角 50">
                      <a:extLst>
                        <a:ext uri="{FF2B5EF4-FFF2-40B4-BE49-F238E27FC236}">
                          <a16:creationId xmlns:a16="http://schemas.microsoft.com/office/drawing/2014/main" id="{39A18694-D7CD-14A6-8D14-C81F801A2A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52" name="矩形: 圆角 51">
                      <a:extLst>
                        <a:ext uri="{FF2B5EF4-FFF2-40B4-BE49-F238E27FC236}">
                          <a16:creationId xmlns:a16="http://schemas.microsoft.com/office/drawing/2014/main" id="{32CB0D3B-576F-96EC-CA56-110CB64ECA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53" name="矩形: 圆角 52">
                      <a:extLst>
                        <a:ext uri="{FF2B5EF4-FFF2-40B4-BE49-F238E27FC236}">
                          <a16:creationId xmlns:a16="http://schemas.microsoft.com/office/drawing/2014/main" id="{729A0413-C187-845F-B649-E91D923C90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7" name="组合 26">
                    <a:extLst>
                      <a:ext uri="{FF2B5EF4-FFF2-40B4-BE49-F238E27FC236}">
                        <a16:creationId xmlns:a16="http://schemas.microsoft.com/office/drawing/2014/main" id="{A30EE73D-AA80-B926-07C4-7821FEC7F23E}"/>
                      </a:ext>
                    </a:extLst>
                  </p:cNvPr>
                  <p:cNvGrpSpPr/>
                  <p:nvPr/>
                </p:nvGrpSpPr>
                <p:grpSpPr>
                  <a:xfrm>
                    <a:off x="1833418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42" name="矩形: 圆角 41">
                      <a:extLst>
                        <a:ext uri="{FF2B5EF4-FFF2-40B4-BE49-F238E27FC236}">
                          <a16:creationId xmlns:a16="http://schemas.microsoft.com/office/drawing/2014/main" id="{B864E8AC-FB85-6E16-989D-08C0C45A7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43" name="矩形: 圆角 42">
                      <a:extLst>
                        <a:ext uri="{FF2B5EF4-FFF2-40B4-BE49-F238E27FC236}">
                          <a16:creationId xmlns:a16="http://schemas.microsoft.com/office/drawing/2014/main" id="{FDD061BB-645B-7365-70EC-C0F3BD8CA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44" name="矩形: 圆角 43">
                      <a:extLst>
                        <a:ext uri="{FF2B5EF4-FFF2-40B4-BE49-F238E27FC236}">
                          <a16:creationId xmlns:a16="http://schemas.microsoft.com/office/drawing/2014/main" id="{6EFD633E-B5FE-A0B8-D80B-5D057E1B7E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45" name="矩形: 圆角 44">
                      <a:extLst>
                        <a:ext uri="{FF2B5EF4-FFF2-40B4-BE49-F238E27FC236}">
                          <a16:creationId xmlns:a16="http://schemas.microsoft.com/office/drawing/2014/main" id="{16D372C6-3D0E-85FD-AE17-B95FAC7A99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46" name="矩形: 圆角 45">
                      <a:extLst>
                        <a:ext uri="{FF2B5EF4-FFF2-40B4-BE49-F238E27FC236}">
                          <a16:creationId xmlns:a16="http://schemas.microsoft.com/office/drawing/2014/main" id="{5307FEFC-7F9B-2B6D-7447-1B52048C2E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47" name="矩形: 圆角 46">
                      <a:extLst>
                        <a:ext uri="{FF2B5EF4-FFF2-40B4-BE49-F238E27FC236}">
                          <a16:creationId xmlns:a16="http://schemas.microsoft.com/office/drawing/2014/main" id="{4CBB9EA1-F4E0-4EF2-340C-024FE007D7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8" name="组合 27">
                    <a:extLst>
                      <a:ext uri="{FF2B5EF4-FFF2-40B4-BE49-F238E27FC236}">
                        <a16:creationId xmlns:a16="http://schemas.microsoft.com/office/drawing/2014/main" id="{485D21ED-2B4C-6750-2088-DE6CA688845B}"/>
                      </a:ext>
                    </a:extLst>
                  </p:cNvPr>
                  <p:cNvGrpSpPr/>
                  <p:nvPr/>
                </p:nvGrpSpPr>
                <p:grpSpPr>
                  <a:xfrm>
                    <a:off x="3445163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36" name="矩形: 圆角 35">
                      <a:extLst>
                        <a:ext uri="{FF2B5EF4-FFF2-40B4-BE49-F238E27FC236}">
                          <a16:creationId xmlns:a16="http://schemas.microsoft.com/office/drawing/2014/main" id="{4E5CB47C-5BB5-4865-0244-CD577661CE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7" name="矩形: 圆角 36">
                      <a:extLst>
                        <a:ext uri="{FF2B5EF4-FFF2-40B4-BE49-F238E27FC236}">
                          <a16:creationId xmlns:a16="http://schemas.microsoft.com/office/drawing/2014/main" id="{FF62A888-09E3-7DD8-B02A-7F667198D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8" name="矩形: 圆角 37">
                      <a:extLst>
                        <a:ext uri="{FF2B5EF4-FFF2-40B4-BE49-F238E27FC236}">
                          <a16:creationId xmlns:a16="http://schemas.microsoft.com/office/drawing/2014/main" id="{F0852158-EC79-9395-8961-E27DCB72B4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9" name="矩形: 圆角 38">
                      <a:extLst>
                        <a:ext uri="{FF2B5EF4-FFF2-40B4-BE49-F238E27FC236}">
                          <a16:creationId xmlns:a16="http://schemas.microsoft.com/office/drawing/2014/main" id="{12B80F21-75A2-BD5B-1C26-531491FD9D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40" name="矩形: 圆角 39">
                      <a:extLst>
                        <a:ext uri="{FF2B5EF4-FFF2-40B4-BE49-F238E27FC236}">
                          <a16:creationId xmlns:a16="http://schemas.microsoft.com/office/drawing/2014/main" id="{683856F1-8925-8899-EAD8-D9A8317C24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41" name="矩形: 圆角 40">
                      <a:extLst>
                        <a:ext uri="{FF2B5EF4-FFF2-40B4-BE49-F238E27FC236}">
                          <a16:creationId xmlns:a16="http://schemas.microsoft.com/office/drawing/2014/main" id="{A0F19FFB-791C-0237-8B21-6E6605EEDD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9" name="组合 28">
                    <a:extLst>
                      <a:ext uri="{FF2B5EF4-FFF2-40B4-BE49-F238E27FC236}">
                        <a16:creationId xmlns:a16="http://schemas.microsoft.com/office/drawing/2014/main" id="{14EFF653-67E3-3256-E190-891470FF46FA}"/>
                      </a:ext>
                    </a:extLst>
                  </p:cNvPr>
                  <p:cNvGrpSpPr/>
                  <p:nvPr/>
                </p:nvGrpSpPr>
                <p:grpSpPr>
                  <a:xfrm>
                    <a:off x="5056909" y="138546"/>
                    <a:ext cx="1427019" cy="221673"/>
                    <a:chOff x="1905000" y="-928255"/>
                    <a:chExt cx="1427019" cy="221673"/>
                  </a:xfrm>
                  <a:grpFill/>
                </p:grpSpPr>
                <p:sp>
                  <p:nvSpPr>
                    <p:cNvPr id="30" name="矩形: 圆角 29">
                      <a:extLst>
                        <a:ext uri="{FF2B5EF4-FFF2-40B4-BE49-F238E27FC236}">
                          <a16:creationId xmlns:a16="http://schemas.microsoft.com/office/drawing/2014/main" id="{4D418629-FCAE-77AC-DD6E-1F480783C9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05000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1" name="矩形: 圆角 30">
                      <a:extLst>
                        <a:ext uri="{FF2B5EF4-FFF2-40B4-BE49-F238E27FC236}">
                          <a16:creationId xmlns:a16="http://schemas.microsoft.com/office/drawing/2014/main" id="{3AE8ADEA-BCD3-EB27-04B3-E43138B42E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59924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2" name="矩形: 圆角 31">
                      <a:extLst>
                        <a:ext uri="{FF2B5EF4-FFF2-40B4-BE49-F238E27FC236}">
                          <a16:creationId xmlns:a16="http://schemas.microsoft.com/office/drawing/2014/main" id="{FB3930F0-533A-C4E3-00AB-477A6E1680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4848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3" name="矩形: 圆角 32">
                      <a:extLst>
                        <a:ext uri="{FF2B5EF4-FFF2-40B4-BE49-F238E27FC236}">
                          <a16:creationId xmlns:a16="http://schemas.microsoft.com/office/drawing/2014/main" id="{BF264265-F9FB-2389-174C-A08C16ACDC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9772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4" name="矩形: 圆角 33">
                      <a:extLst>
                        <a:ext uri="{FF2B5EF4-FFF2-40B4-BE49-F238E27FC236}">
                          <a16:creationId xmlns:a16="http://schemas.microsoft.com/office/drawing/2014/main" id="{1F31CD02-E332-CFE1-38B7-4463B71403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24696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5" name="矩形: 圆角 34">
                      <a:extLst>
                        <a:ext uri="{FF2B5EF4-FFF2-40B4-BE49-F238E27FC236}">
                          <a16:creationId xmlns:a16="http://schemas.microsoft.com/office/drawing/2014/main" id="{C61B1A2B-8F5F-E78C-BF67-1DC3CEB28D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619" y="-928255"/>
                      <a:ext cx="152400" cy="221673"/>
                    </a:xfrm>
                    <a:prstGeom prst="round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p:txBody>
                </p:sp>
              </p:grpSp>
            </p:grpSp>
          </p:grpSp>
        </p:grpSp>
        <p:pic>
          <p:nvPicPr>
            <p:cNvPr id="140" name="图片 139">
              <a:extLst>
                <a:ext uri="{FF2B5EF4-FFF2-40B4-BE49-F238E27FC236}">
                  <a16:creationId xmlns:a16="http://schemas.microsoft.com/office/drawing/2014/main" id="{AC6386CE-67EA-EC66-38F1-28512CE3D4F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0652" y="2879388"/>
              <a:ext cx="1963469" cy="31379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1" name="图片 140">
              <a:extLst>
                <a:ext uri="{FF2B5EF4-FFF2-40B4-BE49-F238E27FC236}">
                  <a16:creationId xmlns:a16="http://schemas.microsoft.com/office/drawing/2014/main" id="{0A822E4E-19D2-3C6B-7773-C485BB279B03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3" b="65740"/>
            <a:stretch>
              <a:fillRect/>
            </a:stretch>
          </p:blipFill>
          <p:spPr bwMode="auto">
            <a:xfrm>
              <a:off x="2094390" y="2879390"/>
              <a:ext cx="2517839" cy="31379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D0A57266-2F36-E00B-06A9-217BCB80D25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1" r="1487"/>
            <a:stretch>
              <a:fillRect/>
            </a:stretch>
          </p:blipFill>
          <p:spPr bwMode="auto">
            <a:xfrm>
              <a:off x="4702497" y="2879389"/>
              <a:ext cx="2521943" cy="3137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3" name="图片 142">
              <a:extLst>
                <a:ext uri="{FF2B5EF4-FFF2-40B4-BE49-F238E27FC236}">
                  <a16:creationId xmlns:a16="http://schemas.microsoft.com/office/drawing/2014/main" id="{3BC5B9C8-4B7B-92CD-9368-6EBBD0AE6BE9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20"/>
            <a:stretch>
              <a:fillRect/>
            </a:stretch>
          </p:blipFill>
          <p:spPr bwMode="auto">
            <a:xfrm>
              <a:off x="7310605" y="2908374"/>
              <a:ext cx="2517839" cy="3109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4" name="图片 143">
              <a:extLst>
                <a:ext uri="{FF2B5EF4-FFF2-40B4-BE49-F238E27FC236}">
                  <a16:creationId xmlns:a16="http://schemas.microsoft.com/office/drawing/2014/main" id="{20AF16F7-C7AD-A8F9-3FF9-CB9256198747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63" r="11655"/>
            <a:stretch>
              <a:fillRect/>
            </a:stretch>
          </p:blipFill>
          <p:spPr bwMode="auto">
            <a:xfrm>
              <a:off x="9922816" y="2908374"/>
              <a:ext cx="2228532" cy="3108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5" name="object 9">
            <a:extLst>
              <a:ext uri="{FF2B5EF4-FFF2-40B4-BE49-F238E27FC236}">
                <a16:creationId xmlns:a16="http://schemas.microsoft.com/office/drawing/2014/main" id="{7E0DB71E-65A1-4CFD-1D72-7A764C4E404F}"/>
              </a:ext>
            </a:extLst>
          </p:cNvPr>
          <p:cNvSpPr/>
          <p:nvPr/>
        </p:nvSpPr>
        <p:spPr>
          <a:xfrm>
            <a:off x="5612177" y="1728351"/>
            <a:ext cx="719455" cy="723900"/>
          </a:xfrm>
          <a:custGeom>
            <a:avLst/>
            <a:gdLst/>
            <a:ahLst/>
            <a:cxnLst/>
            <a:rect l="l" t="t" r="r" b="b"/>
            <a:pathLst>
              <a:path w="719454" h="723900">
                <a:moveTo>
                  <a:pt x="359613" y="0"/>
                </a:moveTo>
                <a:lnTo>
                  <a:pt x="310817" y="3304"/>
                </a:lnTo>
                <a:lnTo>
                  <a:pt x="264015" y="12929"/>
                </a:lnTo>
                <a:lnTo>
                  <a:pt x="219638" y="28444"/>
                </a:lnTo>
                <a:lnTo>
                  <a:pt x="178112" y="49417"/>
                </a:lnTo>
                <a:lnTo>
                  <a:pt x="139866" y="75417"/>
                </a:lnTo>
                <a:lnTo>
                  <a:pt x="105330" y="106013"/>
                </a:lnTo>
                <a:lnTo>
                  <a:pt x="74931" y="140773"/>
                </a:lnTo>
                <a:lnTo>
                  <a:pt x="49099" y="179267"/>
                </a:lnTo>
                <a:lnTo>
                  <a:pt x="28261" y="221063"/>
                </a:lnTo>
                <a:lnTo>
                  <a:pt x="12846" y="265729"/>
                </a:lnTo>
                <a:lnTo>
                  <a:pt x="3282" y="312835"/>
                </a:lnTo>
                <a:lnTo>
                  <a:pt x="0" y="361950"/>
                </a:lnTo>
                <a:lnTo>
                  <a:pt x="3282" y="411064"/>
                </a:lnTo>
                <a:lnTo>
                  <a:pt x="12846" y="458170"/>
                </a:lnTo>
                <a:lnTo>
                  <a:pt x="28261" y="502836"/>
                </a:lnTo>
                <a:lnTo>
                  <a:pt x="49099" y="544632"/>
                </a:lnTo>
                <a:lnTo>
                  <a:pt x="74931" y="583126"/>
                </a:lnTo>
                <a:lnTo>
                  <a:pt x="105330" y="617886"/>
                </a:lnTo>
                <a:lnTo>
                  <a:pt x="139866" y="648482"/>
                </a:lnTo>
                <a:lnTo>
                  <a:pt x="178112" y="674482"/>
                </a:lnTo>
                <a:lnTo>
                  <a:pt x="219638" y="695455"/>
                </a:lnTo>
                <a:lnTo>
                  <a:pt x="264015" y="710970"/>
                </a:lnTo>
                <a:lnTo>
                  <a:pt x="310817" y="720595"/>
                </a:lnTo>
                <a:lnTo>
                  <a:pt x="359613" y="723900"/>
                </a:lnTo>
                <a:lnTo>
                  <a:pt x="408411" y="720595"/>
                </a:lnTo>
                <a:lnTo>
                  <a:pt x="455214" y="710970"/>
                </a:lnTo>
                <a:lnTo>
                  <a:pt x="499593" y="695455"/>
                </a:lnTo>
                <a:lnTo>
                  <a:pt x="541119" y="674482"/>
                </a:lnTo>
                <a:lnTo>
                  <a:pt x="579364" y="648482"/>
                </a:lnTo>
                <a:lnTo>
                  <a:pt x="613900" y="617886"/>
                </a:lnTo>
                <a:lnTo>
                  <a:pt x="644298" y="583126"/>
                </a:lnTo>
                <a:lnTo>
                  <a:pt x="670130" y="544632"/>
                </a:lnTo>
                <a:lnTo>
                  <a:pt x="690967" y="502836"/>
                </a:lnTo>
                <a:lnTo>
                  <a:pt x="706381" y="458170"/>
                </a:lnTo>
                <a:lnTo>
                  <a:pt x="715943" y="411064"/>
                </a:lnTo>
                <a:lnTo>
                  <a:pt x="719226" y="361950"/>
                </a:lnTo>
                <a:lnTo>
                  <a:pt x="715943" y="312835"/>
                </a:lnTo>
                <a:lnTo>
                  <a:pt x="706381" y="265729"/>
                </a:lnTo>
                <a:lnTo>
                  <a:pt x="690967" y="221063"/>
                </a:lnTo>
                <a:lnTo>
                  <a:pt x="670130" y="179267"/>
                </a:lnTo>
                <a:lnTo>
                  <a:pt x="644298" y="140773"/>
                </a:lnTo>
                <a:lnTo>
                  <a:pt x="613900" y="106013"/>
                </a:lnTo>
                <a:lnTo>
                  <a:pt x="579364" y="75417"/>
                </a:lnTo>
                <a:lnTo>
                  <a:pt x="541119" y="49417"/>
                </a:lnTo>
                <a:lnTo>
                  <a:pt x="499593" y="28444"/>
                </a:lnTo>
                <a:lnTo>
                  <a:pt x="455214" y="12929"/>
                </a:lnTo>
                <a:lnTo>
                  <a:pt x="408411" y="3304"/>
                </a:lnTo>
                <a:lnTo>
                  <a:pt x="359613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3">
            <a:extLst>
              <a:ext uri="{FF2B5EF4-FFF2-40B4-BE49-F238E27FC236}">
                <a16:creationId xmlns:a16="http://schemas.microsoft.com/office/drawing/2014/main" id="{EC976889-FBFB-8758-45A8-1658837F061D}"/>
              </a:ext>
            </a:extLst>
          </p:cNvPr>
          <p:cNvSpPr txBox="1"/>
          <p:nvPr/>
        </p:nvSpPr>
        <p:spPr>
          <a:xfrm>
            <a:off x="6481869" y="1961099"/>
            <a:ext cx="260575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600" b="1" spc="-3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团队与企业老师等的联络桥梁</a:t>
            </a:r>
            <a:endParaRPr sz="1600" b="1" spc="-30" dirty="0">
              <a:solidFill>
                <a:srgbClr val="75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7" name="object 4">
            <a:extLst>
              <a:ext uri="{FF2B5EF4-FFF2-40B4-BE49-F238E27FC236}">
                <a16:creationId xmlns:a16="http://schemas.microsoft.com/office/drawing/2014/main" id="{617BF327-2CBB-D911-7C18-85A3DE08E39B}"/>
              </a:ext>
            </a:extLst>
          </p:cNvPr>
          <p:cNvSpPr/>
          <p:nvPr/>
        </p:nvSpPr>
        <p:spPr>
          <a:xfrm>
            <a:off x="7813360" y="1146089"/>
            <a:ext cx="719455" cy="723900"/>
          </a:xfrm>
          <a:custGeom>
            <a:avLst/>
            <a:gdLst/>
            <a:ahLst/>
            <a:cxnLst/>
            <a:rect l="l" t="t" r="r" b="b"/>
            <a:pathLst>
              <a:path w="719454" h="723900">
                <a:moveTo>
                  <a:pt x="359613" y="0"/>
                </a:moveTo>
                <a:lnTo>
                  <a:pt x="310817" y="3304"/>
                </a:lnTo>
                <a:lnTo>
                  <a:pt x="264015" y="12929"/>
                </a:lnTo>
                <a:lnTo>
                  <a:pt x="219638" y="28444"/>
                </a:lnTo>
                <a:lnTo>
                  <a:pt x="178112" y="49417"/>
                </a:lnTo>
                <a:lnTo>
                  <a:pt x="139866" y="75417"/>
                </a:lnTo>
                <a:lnTo>
                  <a:pt x="105330" y="106013"/>
                </a:lnTo>
                <a:lnTo>
                  <a:pt x="74931" y="140773"/>
                </a:lnTo>
                <a:lnTo>
                  <a:pt x="49099" y="179267"/>
                </a:lnTo>
                <a:lnTo>
                  <a:pt x="28261" y="221063"/>
                </a:lnTo>
                <a:lnTo>
                  <a:pt x="12846" y="265729"/>
                </a:lnTo>
                <a:lnTo>
                  <a:pt x="3282" y="312835"/>
                </a:lnTo>
                <a:lnTo>
                  <a:pt x="0" y="361950"/>
                </a:lnTo>
                <a:lnTo>
                  <a:pt x="3282" y="411064"/>
                </a:lnTo>
                <a:lnTo>
                  <a:pt x="12846" y="458170"/>
                </a:lnTo>
                <a:lnTo>
                  <a:pt x="28261" y="502836"/>
                </a:lnTo>
                <a:lnTo>
                  <a:pt x="49099" y="544632"/>
                </a:lnTo>
                <a:lnTo>
                  <a:pt x="74931" y="583126"/>
                </a:lnTo>
                <a:lnTo>
                  <a:pt x="105330" y="617886"/>
                </a:lnTo>
                <a:lnTo>
                  <a:pt x="139866" y="648482"/>
                </a:lnTo>
                <a:lnTo>
                  <a:pt x="178112" y="674482"/>
                </a:lnTo>
                <a:lnTo>
                  <a:pt x="219638" y="695455"/>
                </a:lnTo>
                <a:lnTo>
                  <a:pt x="264015" y="710970"/>
                </a:lnTo>
                <a:lnTo>
                  <a:pt x="310817" y="720595"/>
                </a:lnTo>
                <a:lnTo>
                  <a:pt x="359613" y="723900"/>
                </a:lnTo>
                <a:lnTo>
                  <a:pt x="408411" y="720595"/>
                </a:lnTo>
                <a:lnTo>
                  <a:pt x="455214" y="710970"/>
                </a:lnTo>
                <a:lnTo>
                  <a:pt x="499593" y="695455"/>
                </a:lnTo>
                <a:lnTo>
                  <a:pt x="541119" y="674482"/>
                </a:lnTo>
                <a:lnTo>
                  <a:pt x="579364" y="648482"/>
                </a:lnTo>
                <a:lnTo>
                  <a:pt x="613900" y="617886"/>
                </a:lnTo>
                <a:lnTo>
                  <a:pt x="644298" y="583126"/>
                </a:lnTo>
                <a:lnTo>
                  <a:pt x="670130" y="544632"/>
                </a:lnTo>
                <a:lnTo>
                  <a:pt x="690967" y="502836"/>
                </a:lnTo>
                <a:lnTo>
                  <a:pt x="706381" y="458170"/>
                </a:lnTo>
                <a:lnTo>
                  <a:pt x="715943" y="411064"/>
                </a:lnTo>
                <a:lnTo>
                  <a:pt x="719226" y="361950"/>
                </a:lnTo>
                <a:lnTo>
                  <a:pt x="715943" y="312835"/>
                </a:lnTo>
                <a:lnTo>
                  <a:pt x="706381" y="265729"/>
                </a:lnTo>
                <a:lnTo>
                  <a:pt x="690967" y="221063"/>
                </a:lnTo>
                <a:lnTo>
                  <a:pt x="670130" y="179267"/>
                </a:lnTo>
                <a:lnTo>
                  <a:pt x="644298" y="140773"/>
                </a:lnTo>
                <a:lnTo>
                  <a:pt x="613900" y="106013"/>
                </a:lnTo>
                <a:lnTo>
                  <a:pt x="579364" y="75417"/>
                </a:lnTo>
                <a:lnTo>
                  <a:pt x="541119" y="49417"/>
                </a:lnTo>
                <a:lnTo>
                  <a:pt x="499593" y="28444"/>
                </a:lnTo>
                <a:lnTo>
                  <a:pt x="455214" y="12929"/>
                </a:lnTo>
                <a:lnTo>
                  <a:pt x="408411" y="3304"/>
                </a:lnTo>
                <a:lnTo>
                  <a:pt x="359613" y="0"/>
                </a:lnTo>
                <a:close/>
              </a:path>
            </a:pathLst>
          </a:custGeom>
          <a:solidFill>
            <a:srgbClr val="C52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2">
            <a:extLst>
              <a:ext uri="{FF2B5EF4-FFF2-40B4-BE49-F238E27FC236}">
                <a16:creationId xmlns:a16="http://schemas.microsoft.com/office/drawing/2014/main" id="{9C4C41FB-9F33-E23B-069E-5F118C8163DA}"/>
              </a:ext>
            </a:extLst>
          </p:cNvPr>
          <p:cNvSpPr txBox="1"/>
          <p:nvPr/>
        </p:nvSpPr>
        <p:spPr>
          <a:xfrm>
            <a:off x="8681678" y="1402948"/>
            <a:ext cx="2350158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600" b="1" spc="-30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工作文件相关资料的保障</a:t>
            </a:r>
            <a:endParaRPr sz="1600" b="1" spc="-30" dirty="0">
              <a:solidFill>
                <a:srgbClr val="75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5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10" grpId="0"/>
      <p:bldP spid="12" grpId="0"/>
      <p:bldP spid="13" grpId="0"/>
      <p:bldP spid="145" grpId="0" animBg="1"/>
      <p:bldP spid="146" grpId="0"/>
      <p:bldP spid="147" grpId="0" animBg="1"/>
      <p:bldP spid="1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3E91E7C-BC6B-0773-1C6F-7AB063E95842}"/>
              </a:ext>
            </a:extLst>
          </p:cNvPr>
          <p:cNvSpPr/>
          <p:nvPr/>
        </p:nvSpPr>
        <p:spPr>
          <a:xfrm>
            <a:off x="-4512549" y="-726940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9" b="695"/>
          <a:stretch>
            <a:fillRect/>
          </a:stretch>
        </p:blipFill>
        <p:spPr>
          <a:xfrm>
            <a:off x="223364" y="3066502"/>
            <a:ext cx="2559283" cy="1750533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" r="2448"/>
          <a:stretch>
            <a:fillRect/>
          </a:stretch>
        </p:blipFill>
        <p:spPr>
          <a:xfrm>
            <a:off x="215820" y="4914252"/>
            <a:ext cx="2559283" cy="1750533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24" b="24324"/>
          <a:stretch/>
        </p:blipFill>
        <p:spPr>
          <a:xfrm>
            <a:off x="2790070" y="3096398"/>
            <a:ext cx="2559283" cy="1750533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4" b="5374"/>
          <a:stretch/>
        </p:blipFill>
        <p:spPr>
          <a:xfrm>
            <a:off x="2790070" y="4926877"/>
            <a:ext cx="2559283" cy="1750533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7" r="6591"/>
          <a:stretch>
            <a:fillRect/>
          </a:stretch>
        </p:blipFill>
        <p:spPr>
          <a:xfrm>
            <a:off x="5389075" y="3133755"/>
            <a:ext cx="2602347" cy="1750533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3" r="4323"/>
          <a:stretch/>
        </p:blipFill>
        <p:spPr>
          <a:xfrm>
            <a:off x="5392417" y="4939503"/>
            <a:ext cx="2559283" cy="1750533"/>
          </a:xfrm>
          <a:prstGeom prst="rect">
            <a:avLst/>
          </a:prstGeom>
        </p:spPr>
      </p:pic>
      <p:sp>
        <p:nvSpPr>
          <p:cNvPr id="40" name="直角双向箭头 9"/>
          <p:cNvSpPr/>
          <p:nvPr>
            <p:custDataLst>
              <p:tags r:id="rId1"/>
            </p:custDataLst>
          </p:nvPr>
        </p:nvSpPr>
        <p:spPr>
          <a:xfrm rot="16200000">
            <a:off x="4550495" y="3155686"/>
            <a:ext cx="778055" cy="853903"/>
          </a:xfrm>
          <a:prstGeom prst="leftUpArrow">
            <a:avLst>
              <a:gd name="adj1" fmla="val 9615"/>
              <a:gd name="adj2" fmla="val 12500"/>
              <a:gd name="adj3" fmla="val 2596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任意多边形 99"/>
          <p:cNvSpPr/>
          <p:nvPr>
            <p:custDataLst>
              <p:tags r:id="rId2"/>
            </p:custDataLst>
          </p:nvPr>
        </p:nvSpPr>
        <p:spPr>
          <a:xfrm rot="16200000" flipH="1" flipV="1">
            <a:off x="7241526" y="2166577"/>
            <a:ext cx="5640804" cy="3750003"/>
          </a:xfrm>
          <a:custGeom>
            <a:avLst/>
            <a:gdLst>
              <a:gd name="adj" fmla="val 7368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82" h="3230">
                <a:moveTo>
                  <a:pt x="0" y="478"/>
                </a:moveTo>
                <a:cubicBezTo>
                  <a:pt x="-3" y="367"/>
                  <a:pt x="98" y="278"/>
                  <a:pt x="197" y="281"/>
                </a:cubicBezTo>
                <a:lnTo>
                  <a:pt x="199" y="281"/>
                </a:lnTo>
                <a:lnTo>
                  <a:pt x="199" y="238"/>
                </a:lnTo>
                <a:cubicBezTo>
                  <a:pt x="195" y="104"/>
                  <a:pt x="317" y="-3"/>
                  <a:pt x="437" y="0"/>
                </a:cubicBezTo>
                <a:lnTo>
                  <a:pt x="6644" y="0"/>
                </a:lnTo>
                <a:cubicBezTo>
                  <a:pt x="6778" y="-4"/>
                  <a:pt x="6885" y="118"/>
                  <a:pt x="6882" y="238"/>
                </a:cubicBezTo>
                <a:lnTo>
                  <a:pt x="6882" y="2992"/>
                </a:lnTo>
                <a:cubicBezTo>
                  <a:pt x="6886" y="3126"/>
                  <a:pt x="6764" y="3233"/>
                  <a:pt x="6644" y="3230"/>
                </a:cubicBezTo>
                <a:lnTo>
                  <a:pt x="437" y="3230"/>
                </a:lnTo>
                <a:cubicBezTo>
                  <a:pt x="303" y="3234"/>
                  <a:pt x="196" y="3112"/>
                  <a:pt x="199" y="2992"/>
                </a:cubicBezTo>
                <a:lnTo>
                  <a:pt x="199" y="2949"/>
                </a:lnTo>
                <a:lnTo>
                  <a:pt x="197" y="2949"/>
                </a:lnTo>
                <a:cubicBezTo>
                  <a:pt x="86" y="2952"/>
                  <a:pt x="-3" y="2851"/>
                  <a:pt x="0" y="2752"/>
                </a:cubicBezTo>
                <a:lnTo>
                  <a:pt x="0" y="478"/>
                </a:lnTo>
                <a:close/>
              </a:path>
            </a:pathLst>
          </a:custGeom>
          <a:gradFill>
            <a:gsLst>
              <a:gs pos="0">
                <a:sysClr val="window" lastClr="FFFFFF">
                  <a:alpha val="0"/>
                </a:sysClr>
              </a:gs>
              <a:gs pos="100000">
                <a:sysClr val="window" lastClr="FFFFFF"/>
              </a:gs>
            </a:gsLst>
            <a:lin ang="10800000" scaled="0"/>
          </a:gradFill>
          <a:ln w="9525" cap="flat" cmpd="sng" algn="ctr">
            <a:solidFill>
              <a:srgbClr val="657710"/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815D43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HarmonyOS Sans SC" panose="00000800000000000000" charset="-122"/>
              <a:sym typeface="+mn-ea"/>
            </a:endParaRPr>
          </a:p>
        </p:txBody>
      </p:sp>
      <p:sp>
        <p:nvSpPr>
          <p:cNvPr id="2" name="直角双向箭头 9"/>
          <p:cNvSpPr/>
          <p:nvPr>
            <p:custDataLst>
              <p:tags r:id="rId3"/>
            </p:custDataLst>
          </p:nvPr>
        </p:nvSpPr>
        <p:spPr>
          <a:xfrm rot="16200000" flipH="1" flipV="1">
            <a:off x="2881911" y="4003655"/>
            <a:ext cx="778055" cy="853903"/>
          </a:xfrm>
          <a:prstGeom prst="leftUpArrow">
            <a:avLst>
              <a:gd name="adj1" fmla="val 9615"/>
              <a:gd name="adj2" fmla="val 12500"/>
              <a:gd name="adj3" fmla="val 2596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308156" y="2311716"/>
            <a:ext cx="3463291" cy="2646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zh-CN" altLang="en-US" sz="2000" b="1" dirty="0">
                <a:solidFill>
                  <a:srgbClr val="070B1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itchFamily="2" charset="0"/>
              </a:rPr>
              <a:t>在宣传工作中，我通过微信公众号、视频号、哔哩哔哩等平台发布篇图文视频内容，播放量超过了</a:t>
            </a:r>
            <a:r>
              <a:rPr lang="en-US" altLang="zh-CN" sz="2000" b="1" dirty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itchFamily="2" charset="0"/>
              </a:rPr>
              <a:t>95.06%</a:t>
            </a:r>
            <a:r>
              <a:rPr lang="zh-CN" altLang="en-US" sz="2000" b="1" dirty="0">
                <a:solidFill>
                  <a:srgbClr val="070B1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itchFamily="2" charset="0"/>
              </a:rPr>
              <a:t>的同类视频，播放时长超过了</a:t>
            </a:r>
            <a:r>
              <a:rPr lang="en-US" altLang="zh-CN" sz="2000" b="1" dirty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itchFamily="2" charset="0"/>
              </a:rPr>
              <a:t>98.88</a:t>
            </a:r>
            <a:r>
              <a:rPr lang="en-US" altLang="zh-CN" sz="2000" b="1" dirty="0">
                <a:solidFill>
                  <a:srgbClr val="070B1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itchFamily="2" charset="0"/>
              </a:rPr>
              <a:t>%</a:t>
            </a:r>
            <a:r>
              <a:rPr lang="zh-CN" altLang="en-US" sz="2000" b="1" dirty="0">
                <a:solidFill>
                  <a:srgbClr val="070B18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itchFamily="2" charset="0"/>
              </a:rPr>
              <a:t>的同类视频，并获得了多人点赞收藏和转发。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285748" y="1603501"/>
            <a:ext cx="2665126" cy="711798"/>
            <a:chOff x="203909" y="3808602"/>
            <a:chExt cx="2665126" cy="711798"/>
          </a:xfrm>
        </p:grpSpPr>
        <p:sp>
          <p:nvSpPr>
            <p:cNvPr id="15" name="文本框 14"/>
            <p:cNvSpPr txBox="1"/>
            <p:nvPr/>
          </p:nvSpPr>
          <p:spPr>
            <a:xfrm>
              <a:off x="774278" y="3808602"/>
              <a:ext cx="2094757" cy="711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6096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C84E14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ea"/>
                </a:rPr>
                <a:t>宣传成果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203909" y="3914559"/>
              <a:ext cx="514828" cy="514828"/>
              <a:chOff x="807916" y="2639431"/>
              <a:chExt cx="1332001" cy="1332001"/>
            </a:xfrm>
          </p:grpSpPr>
          <p:sp>
            <p:nvSpPr>
              <p:cNvPr id="18" name="圆角矩形 29"/>
              <p:cNvSpPr/>
              <p:nvPr>
                <p:custDataLst>
                  <p:tags r:id="rId4"/>
                </p:custDataLst>
              </p:nvPr>
            </p:nvSpPr>
            <p:spPr>
              <a:xfrm>
                <a:off x="807916" y="2639431"/>
                <a:ext cx="1332001" cy="1332001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2000">
                    <a:schemeClr val="accent1"/>
                  </a:gs>
                  <a:gs pos="100000">
                    <a:schemeClr val="accent2"/>
                  </a:gs>
                </a:gsLst>
                <a:lin ang="8100000" scaled="1"/>
                <a:tileRect/>
              </a:gradFill>
            </p:spPr>
            <p:txBody>
              <a:bodyPr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1703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30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方正大标宋简体" panose="02000000000000000000" pitchFamily="2" charset="-122"/>
                  <a:cs typeface="+mn-cs"/>
                  <a:sym typeface="+mn-ea"/>
                </a:endParaRPr>
              </a:p>
            </p:txBody>
          </p:sp>
          <p:pic>
            <p:nvPicPr>
              <p:cNvPr id="20" name="图片 3" descr="343435383038393b343532323232333bc6f3d2b5cec4bbaf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1100399" y="2933813"/>
                <a:ext cx="749567" cy="749567"/>
              </a:xfrm>
              <a:prstGeom prst="rect">
                <a:avLst/>
              </a:prstGeom>
            </p:spPr>
          </p:pic>
        </p:grp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9107" y="4964184"/>
            <a:ext cx="2000250" cy="1990725"/>
          </a:xfrm>
          <a:prstGeom prst="rect">
            <a:avLst/>
          </a:prstGeom>
        </p:spPr>
      </p:pic>
      <p:sp>
        <p:nvSpPr>
          <p:cNvPr id="8" name="bg object 16">
            <a:extLst>
              <a:ext uri="{FF2B5EF4-FFF2-40B4-BE49-F238E27FC236}">
                <a16:creationId xmlns:a16="http://schemas.microsoft.com/office/drawing/2014/main" id="{D649DA78-B8BC-E48C-0015-3C7A97F631C3}"/>
              </a:ext>
            </a:extLst>
          </p:cNvPr>
          <p:cNvSpPr/>
          <p:nvPr/>
        </p:nvSpPr>
        <p:spPr>
          <a:xfrm>
            <a:off x="299351" y="2606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432054" y="0"/>
                </a:moveTo>
                <a:lnTo>
                  <a:pt x="0" y="0"/>
                </a:lnTo>
                <a:lnTo>
                  <a:pt x="0" y="432053"/>
                </a:lnTo>
                <a:lnTo>
                  <a:pt x="432054" y="432053"/>
                </a:lnTo>
                <a:lnTo>
                  <a:pt x="43205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bg object 18">
            <a:extLst>
              <a:ext uri="{FF2B5EF4-FFF2-40B4-BE49-F238E27FC236}">
                <a16:creationId xmlns:a16="http://schemas.microsoft.com/office/drawing/2014/main" id="{8DE48501-1BA5-B92F-0624-29A8B1D16CB8}"/>
              </a:ext>
            </a:extLst>
          </p:cNvPr>
          <p:cNvSpPr/>
          <p:nvPr/>
        </p:nvSpPr>
        <p:spPr>
          <a:xfrm>
            <a:off x="479374" y="438848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0" y="0"/>
                </a:moveTo>
                <a:lnTo>
                  <a:pt x="504050" y="0"/>
                </a:lnTo>
                <a:lnTo>
                  <a:pt x="504050" y="504050"/>
                </a:lnTo>
                <a:lnTo>
                  <a:pt x="0" y="5040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22EFEF34-DC49-E49C-49BF-114D7DCC5C10}"/>
              </a:ext>
            </a:extLst>
          </p:cNvPr>
          <p:cNvSpPr txBox="1">
            <a:spLocks/>
          </p:cNvSpPr>
          <p:nvPr/>
        </p:nvSpPr>
        <p:spPr>
          <a:xfrm>
            <a:off x="983564" y="284998"/>
            <a:ext cx="66048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zh-CN" altLang="en-US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从取材到传播：实践成果的多元转化</a:t>
            </a:r>
          </a:p>
        </p:txBody>
      </p:sp>
      <p:pic>
        <p:nvPicPr>
          <p:cNvPr id="11" name="object 14">
            <a:extLst>
              <a:ext uri="{FF2B5EF4-FFF2-40B4-BE49-F238E27FC236}">
                <a16:creationId xmlns:a16="http://schemas.microsoft.com/office/drawing/2014/main" id="{AE666383-2ED5-35D5-BABF-218E925D7C5E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227820" y="233680"/>
            <a:ext cx="2491739" cy="914399"/>
          </a:xfrm>
          <a:prstGeom prst="rect">
            <a:avLst/>
          </a:prstGeom>
        </p:spPr>
      </p:pic>
      <p:pic>
        <p:nvPicPr>
          <p:cNvPr id="16" name="bg object 19">
            <a:extLst>
              <a:ext uri="{FF2B5EF4-FFF2-40B4-BE49-F238E27FC236}">
                <a16:creationId xmlns:a16="http://schemas.microsoft.com/office/drawing/2014/main" id="{92817B17-C679-1392-2B9F-A2586B54444C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55446" y="885037"/>
            <a:ext cx="5616613" cy="28575"/>
          </a:xfrm>
          <a:prstGeom prst="rect">
            <a:avLst/>
          </a:prstGeom>
        </p:spPr>
      </p:pic>
      <p:pic>
        <p:nvPicPr>
          <p:cNvPr id="65" name="图片 64"/>
          <p:cNvPicPr/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" r="21544"/>
          <a:stretch>
            <a:fillRect/>
          </a:stretch>
        </p:blipFill>
        <p:spPr>
          <a:xfrm>
            <a:off x="2790070" y="1315969"/>
            <a:ext cx="2559283" cy="1750533"/>
          </a:xfrm>
          <a:prstGeom prst="rect">
            <a:avLst/>
          </a:prstGeom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4A7F19-B7C9-8FB5-E246-62888548774A}"/>
              </a:ext>
            </a:extLst>
          </p:cNvPr>
          <p:cNvGrpSpPr/>
          <p:nvPr/>
        </p:nvGrpSpPr>
        <p:grpSpPr>
          <a:xfrm>
            <a:off x="215820" y="1315969"/>
            <a:ext cx="2559283" cy="1750534"/>
            <a:chOff x="2790070" y="-243407"/>
            <a:chExt cx="2559283" cy="4911402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841E994A-D198-8394-C32D-62741DFAD6E2}"/>
                </a:ext>
              </a:extLst>
            </p:cNvPr>
            <p:cNvPicPr/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0" b="-161"/>
            <a:stretch>
              <a:fillRect/>
            </a:stretch>
          </p:blipFill>
          <p:spPr>
            <a:xfrm>
              <a:off x="2790070" y="-243407"/>
              <a:ext cx="2559283" cy="4911402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6F80A0E-AF83-7EDF-CD2A-5006AE693D51}"/>
                </a:ext>
              </a:extLst>
            </p:cNvPr>
            <p:cNvSpPr/>
            <p:nvPr/>
          </p:nvSpPr>
          <p:spPr>
            <a:xfrm>
              <a:off x="4389340" y="1847463"/>
              <a:ext cx="204036" cy="16560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5CF8E481-16E0-BED1-799E-DF73F5FBE12C}"/>
              </a:ext>
            </a:extLst>
          </p:cNvPr>
          <p:cNvPicPr/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7" b="31851"/>
          <a:stretch>
            <a:fillRect/>
          </a:stretch>
        </p:blipFill>
        <p:spPr>
          <a:xfrm>
            <a:off x="5388943" y="1266339"/>
            <a:ext cx="2559283" cy="175053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DF861E1C-D079-BCC4-1712-538C10762807}"/>
              </a:ext>
            </a:extLst>
          </p:cNvPr>
          <p:cNvSpPr/>
          <p:nvPr/>
        </p:nvSpPr>
        <p:spPr>
          <a:xfrm>
            <a:off x="6996834" y="1793799"/>
            <a:ext cx="204036" cy="165601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bg object 18">
            <a:extLst>
              <a:ext uri="{FF2B5EF4-FFF2-40B4-BE49-F238E27FC236}">
                <a16:creationId xmlns:a16="http://schemas.microsoft.com/office/drawing/2014/main" id="{5E6F0337-5E40-B7AD-F399-F5570EC18B1C}"/>
              </a:ext>
            </a:extLst>
          </p:cNvPr>
          <p:cNvSpPr/>
          <p:nvPr/>
        </p:nvSpPr>
        <p:spPr>
          <a:xfrm>
            <a:off x="463115" y="440981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0" y="0"/>
                </a:moveTo>
                <a:lnTo>
                  <a:pt x="504050" y="0"/>
                </a:lnTo>
                <a:lnTo>
                  <a:pt x="504050" y="504050"/>
                </a:lnTo>
                <a:lnTo>
                  <a:pt x="0" y="5040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48D332E-11D6-1423-9051-D6B55C58685B}"/>
              </a:ext>
            </a:extLst>
          </p:cNvPr>
          <p:cNvSpPr txBox="1">
            <a:spLocks/>
          </p:cNvSpPr>
          <p:nvPr/>
        </p:nvSpPr>
        <p:spPr>
          <a:xfrm>
            <a:off x="967305" y="287131"/>
            <a:ext cx="66048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zh-CN" altLang="en-US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从取材到传播：实践成果的多元转化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75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25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6" grpId="0" animBg="1"/>
      <p:bldP spid="2" grpId="0" animBg="1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651888" y="1578457"/>
            <a:ext cx="6416431" cy="39780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066577" y="1648320"/>
            <a:ext cx="31962456" cy="3631223"/>
            <a:chOff x="4834096" y="1012967"/>
            <a:chExt cx="31962456" cy="3631223"/>
          </a:xfrm>
        </p:grpSpPr>
        <p:grpSp>
          <p:nvGrpSpPr>
            <p:cNvPr id="22" name="组合 21"/>
            <p:cNvGrpSpPr/>
            <p:nvPr/>
          </p:nvGrpSpPr>
          <p:grpSpPr>
            <a:xfrm>
              <a:off x="4834096" y="1012967"/>
              <a:ext cx="25644184" cy="3631223"/>
              <a:chOff x="4834096" y="905152"/>
              <a:chExt cx="25644184" cy="3631223"/>
            </a:xfrm>
          </p:grpSpPr>
          <p:pic>
            <p:nvPicPr>
              <p:cNvPr id="10242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553" b="12553"/>
              <a:stretch/>
            </p:blipFill>
            <p:spPr bwMode="auto">
              <a:xfrm>
                <a:off x="4834096" y="905152"/>
                <a:ext cx="6455508" cy="3631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892" b="28892"/>
              <a:stretch/>
            </p:blipFill>
            <p:spPr bwMode="auto">
              <a:xfrm>
                <a:off x="24022772" y="905152"/>
                <a:ext cx="6455508" cy="3631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519" b="12519"/>
              <a:stretch/>
            </p:blipFill>
            <p:spPr bwMode="auto">
              <a:xfrm>
                <a:off x="11230321" y="905152"/>
                <a:ext cx="6455508" cy="3631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553" b="12553"/>
              <a:stretch/>
            </p:blipFill>
            <p:spPr bwMode="auto">
              <a:xfrm>
                <a:off x="17626546" y="905152"/>
                <a:ext cx="6455508" cy="3631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553" b="12553"/>
            <a:stretch/>
          </p:blipFill>
          <p:spPr bwMode="auto">
            <a:xfrm>
              <a:off x="30341044" y="1012967"/>
              <a:ext cx="6455508" cy="3631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图片 11" descr="电脑的屏幕&#10;&#10;描述已自动生成"/>
          <p:cNvPicPr>
            <a:picLocks noChangeAspect="1"/>
          </p:cNvPicPr>
          <p:nvPr/>
        </p:nvPicPr>
        <p:blipFill>
          <a:blip r:embed="rId8"/>
          <a:srcRect b="4222"/>
          <a:stretch>
            <a:fillRect/>
          </a:stretch>
        </p:blipFill>
        <p:spPr>
          <a:xfrm>
            <a:off x="3821223" y="1260851"/>
            <a:ext cx="8209705" cy="4506410"/>
          </a:xfrm>
          <a:prstGeom prst="rect">
            <a:avLst/>
          </a:prstGeom>
        </p:spPr>
      </p:pic>
      <p:sp useBgFill="1">
        <p:nvSpPr>
          <p:cNvPr id="23" name="矩形 22"/>
          <p:cNvSpPr/>
          <p:nvPr/>
        </p:nvSpPr>
        <p:spPr>
          <a:xfrm>
            <a:off x="0" y="-293914"/>
            <a:ext cx="4605618" cy="7151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85970"/>
            <a:ext cx="2198383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578" y="1872311"/>
            <a:ext cx="3731999" cy="529632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911381" y="1364479"/>
            <a:ext cx="32428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6000" kern="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Arial" panose="020B0604020202020204"/>
              </a:rPr>
              <a:t>企业参访</a:t>
            </a:r>
          </a:p>
        </p:txBody>
      </p:sp>
      <p:sp useBgFill="1">
        <p:nvSpPr>
          <p:cNvPr id="30" name="矩形 29"/>
          <p:cNvSpPr/>
          <p:nvPr/>
        </p:nvSpPr>
        <p:spPr>
          <a:xfrm>
            <a:off x="11246533" y="-146957"/>
            <a:ext cx="2646218" cy="7151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</a:endParaRPr>
          </a:p>
        </p:txBody>
      </p:sp>
      <p:pic>
        <p:nvPicPr>
          <p:cNvPr id="13" name="图片 12" descr="绿色的灯光&#10;&#10;描述已自动生成"/>
          <p:cNvPicPr>
            <a:picLocks noChangeAspect="1"/>
          </p:cNvPicPr>
          <p:nvPr/>
        </p:nvPicPr>
        <p:blipFill rotWithShape="1">
          <a:blip r:embed="rId11" cstate="email"/>
          <a:srcRect l="-1"/>
          <a:stretch>
            <a:fillRect/>
          </a:stretch>
        </p:blipFill>
        <p:spPr>
          <a:xfrm rot="11700000">
            <a:off x="8369592" y="3309119"/>
            <a:ext cx="4376642" cy="3297085"/>
          </a:xfrm>
          <a:prstGeom prst="rect">
            <a:avLst/>
          </a:prstGeom>
        </p:spPr>
      </p:pic>
      <p:sp>
        <p:nvSpPr>
          <p:cNvPr id="11" name="Freeform 2"/>
          <p:cNvSpPr/>
          <p:nvPr/>
        </p:nvSpPr>
        <p:spPr>
          <a:xfrm rot="12589022" flipH="1">
            <a:off x="4073566" y="2554679"/>
            <a:ext cx="2825450" cy="2825450"/>
          </a:xfrm>
          <a:custGeom>
            <a:avLst/>
            <a:gdLst/>
            <a:ahLst/>
            <a:cxnLst/>
            <a:rect l="l" t="t" r="r" b="b"/>
            <a:pathLst>
              <a:path w="2825450" h="2825450">
                <a:moveTo>
                  <a:pt x="0" y="0"/>
                </a:moveTo>
                <a:lnTo>
                  <a:pt x="2825450" y="0"/>
                </a:lnTo>
                <a:lnTo>
                  <a:pt x="2825450" y="2825450"/>
                </a:lnTo>
                <a:lnTo>
                  <a:pt x="0" y="2825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duotone>
                <a:prstClr val="black"/>
                <a:srgbClr val="A5A5A5">
                  <a:tint val="45000"/>
                  <a:satMod val="400000"/>
                </a:srgbClr>
              </a:duotone>
            </a:blip>
            <a:stretch>
              <a:fillRect/>
            </a:stretch>
          </a:blipFill>
        </p:spPr>
      </p:sp>
      <p:sp>
        <p:nvSpPr>
          <p:cNvPr id="2" name="bg object 16">
            <a:extLst>
              <a:ext uri="{FF2B5EF4-FFF2-40B4-BE49-F238E27FC236}">
                <a16:creationId xmlns:a16="http://schemas.microsoft.com/office/drawing/2014/main" id="{23216D69-AE8B-99E5-5D47-321123B56AF3}"/>
              </a:ext>
            </a:extLst>
          </p:cNvPr>
          <p:cNvSpPr/>
          <p:nvPr/>
        </p:nvSpPr>
        <p:spPr>
          <a:xfrm>
            <a:off x="299351" y="2606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432054" y="0"/>
                </a:moveTo>
                <a:lnTo>
                  <a:pt x="0" y="0"/>
                </a:lnTo>
                <a:lnTo>
                  <a:pt x="0" y="432053"/>
                </a:lnTo>
                <a:lnTo>
                  <a:pt x="432054" y="432053"/>
                </a:lnTo>
                <a:lnTo>
                  <a:pt x="43205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18">
            <a:extLst>
              <a:ext uri="{FF2B5EF4-FFF2-40B4-BE49-F238E27FC236}">
                <a16:creationId xmlns:a16="http://schemas.microsoft.com/office/drawing/2014/main" id="{B8EECD38-FEBE-B798-6FE4-AE52F34B5339}"/>
              </a:ext>
            </a:extLst>
          </p:cNvPr>
          <p:cNvSpPr/>
          <p:nvPr/>
        </p:nvSpPr>
        <p:spPr>
          <a:xfrm>
            <a:off x="479374" y="438848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0" y="0"/>
                </a:moveTo>
                <a:lnTo>
                  <a:pt x="504050" y="0"/>
                </a:lnTo>
                <a:lnTo>
                  <a:pt x="504050" y="504050"/>
                </a:lnTo>
                <a:lnTo>
                  <a:pt x="0" y="5040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EF6A3B1C-7318-246D-398C-0D379D55C67D}"/>
              </a:ext>
            </a:extLst>
          </p:cNvPr>
          <p:cNvSpPr txBox="1">
            <a:spLocks/>
          </p:cNvSpPr>
          <p:nvPr/>
        </p:nvSpPr>
        <p:spPr>
          <a:xfrm>
            <a:off x="1219332" y="266998"/>
            <a:ext cx="337692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zh-CN" altLang="en-US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从观察到深度思考</a:t>
            </a:r>
          </a:p>
        </p:txBody>
      </p:sp>
      <p:pic>
        <p:nvPicPr>
          <p:cNvPr id="6" name="object 14">
            <a:extLst>
              <a:ext uri="{FF2B5EF4-FFF2-40B4-BE49-F238E27FC236}">
                <a16:creationId xmlns:a16="http://schemas.microsoft.com/office/drawing/2014/main" id="{1C95F002-846B-6C32-0463-F66A8F61431A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27820" y="233680"/>
            <a:ext cx="2491739" cy="914399"/>
          </a:xfrm>
          <a:prstGeom prst="rect">
            <a:avLst/>
          </a:prstGeom>
        </p:spPr>
      </p:pic>
      <p:pic>
        <p:nvPicPr>
          <p:cNvPr id="24" name="bg object 19">
            <a:extLst>
              <a:ext uri="{FF2B5EF4-FFF2-40B4-BE49-F238E27FC236}">
                <a16:creationId xmlns:a16="http://schemas.microsoft.com/office/drawing/2014/main" id="{F8D07858-753C-B524-4A6C-68C51E3D7930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55446" y="885037"/>
            <a:ext cx="5616613" cy="28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-2.11172 -2.59259E-6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5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FC95F-418D-127D-0115-CE9C5457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B989BDC0-DDCB-EF7D-FD60-E132F6328D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F60FC983-4818-FC3F-E7A6-74EB69FFCD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CFFF876-1783-1C24-20AC-BF3CA082163F}"/>
              </a:ext>
            </a:extLst>
          </p:cNvPr>
          <p:cNvSpPr/>
          <p:nvPr/>
        </p:nvSpPr>
        <p:spPr>
          <a:xfrm>
            <a:off x="-7152640" y="-171450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C628217-D8CC-D56E-93D1-C77B394965D5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gradFill flip="none" rotWithShape="1">
            <a:gsLst>
              <a:gs pos="0">
                <a:srgbClr val="750909"/>
              </a:gs>
              <a:gs pos="42000">
                <a:srgbClr val="981A1B"/>
              </a:gs>
              <a:gs pos="74000">
                <a:srgbClr val="A92121"/>
              </a:gs>
              <a:gs pos="100000">
                <a:srgbClr val="C42B2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FD44BF4-83C5-2148-B191-9350EC5DD3DA}"/>
              </a:ext>
            </a:extLst>
          </p:cNvPr>
          <p:cNvGrpSpPr/>
          <p:nvPr/>
        </p:nvGrpSpPr>
        <p:grpSpPr>
          <a:xfrm>
            <a:off x="7612480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7EBAE60-106A-ABA1-94CE-D8C27E786901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4EC6826D-3395-98B8-7D3C-848F12F07F61}"/>
                </a:ext>
              </a:extLst>
            </p:cNvPr>
            <p:cNvSpPr txBox="1"/>
            <p:nvPr/>
          </p:nvSpPr>
          <p:spPr>
            <a:xfrm>
              <a:off x="5878074" y="3021909"/>
              <a:ext cx="2826401" cy="88527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srgbClr val="750909"/>
                  </a:solidFill>
                  <a:latin typeface="AvantGarde Md BT" pitchFamily="34" charset="0"/>
                  <a:ea typeface="微软雅黑" panose="020B0503020204020204" pitchFamily="34" charset="-122"/>
                </a:rPr>
                <a:t>实践二</a:t>
              </a:r>
              <a:endParaRPr lang="en-US" altLang="zh-CN" sz="6000" b="1" dirty="0">
                <a:solidFill>
                  <a:srgbClr val="750909"/>
                </a:solidFill>
                <a:latin typeface="AvantGarde Md BT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EFE96767-0E3D-A2C0-F413-1963028E91DD}"/>
              </a:ext>
            </a:extLst>
          </p:cNvPr>
          <p:cNvSpPr txBox="1"/>
          <p:nvPr/>
        </p:nvSpPr>
        <p:spPr>
          <a:xfrm>
            <a:off x="719475" y="2563376"/>
            <a:ext cx="4985980" cy="1731243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学习走访并重，</a:t>
            </a:r>
            <a:endParaRPr lang="en-US" altLang="zh-CN" sz="5400" b="1" dirty="0">
              <a:solidFill>
                <a:schemeClr val="bg1"/>
              </a:solidFill>
              <a:latin typeface="AvantGarde Md BT" pitchFamily="34" charset="0"/>
              <a:ea typeface="微软雅黑" panose="020B0503020204020204" pitchFamily="34" charset="-122"/>
            </a:endParaRPr>
          </a:p>
          <a:p>
            <a:r>
              <a:rPr lang="zh-CN" altLang="en-US" sz="5400" b="1" dirty="0">
                <a:solidFill>
                  <a:schemeClr val="bg1"/>
                </a:solidFill>
                <a:latin typeface="AvantGarde Md BT" pitchFamily="34" charset="0"/>
                <a:ea typeface="微软雅黑" panose="020B0503020204020204" pitchFamily="34" charset="-122"/>
              </a:rPr>
              <a:t>实践点亮未来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2D4326-B35D-8C51-BE8C-3D379E925DDF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3DE065C9-609B-3309-B586-D6C0304D29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56270" y="188278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9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BA03F37-5F8A-F603-D6CB-F39CE87B1697}"/>
              </a:ext>
            </a:extLst>
          </p:cNvPr>
          <p:cNvSpPr/>
          <p:nvPr/>
        </p:nvSpPr>
        <p:spPr>
          <a:xfrm>
            <a:off x="-6505400" y="-171400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30B988D-BB9A-A8EA-1F6C-04825E1450A6}"/>
              </a:ext>
            </a:extLst>
          </p:cNvPr>
          <p:cNvGrpSpPr/>
          <p:nvPr/>
        </p:nvGrpSpPr>
        <p:grpSpPr>
          <a:xfrm>
            <a:off x="299356" y="260648"/>
            <a:ext cx="8320333" cy="682262"/>
            <a:chOff x="299356" y="260648"/>
            <a:chExt cx="8320333" cy="682262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DE92AF2-EBB9-15B8-B30F-BBD28D0C615B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36125A4-C30A-66C2-7385-7F7BB0D69044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6456087-3B6B-6649-7150-3279AD51BC9F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3C248384-05EB-1536-0A13-94781D3A03F0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36">
              <a:extLst>
                <a:ext uri="{FF2B5EF4-FFF2-40B4-BE49-F238E27FC236}">
                  <a16:creationId xmlns:a16="http://schemas.microsoft.com/office/drawing/2014/main" id="{1EA7E88B-E1D5-CAC6-26AC-C6ECF131EEC8}"/>
                </a:ext>
              </a:extLst>
            </p:cNvPr>
            <p:cNvSpPr txBox="1"/>
            <p:nvPr/>
          </p:nvSpPr>
          <p:spPr>
            <a:xfrm>
              <a:off x="911424" y="298416"/>
              <a:ext cx="7708265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12700" marR="0" lvl="0" indent="0" algn="ctr" fontAlgn="auto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3200" b="1" dirty="0">
                  <a:solidFill>
                    <a:srgbClr val="75080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参访当地青岛多所与机器视觉相关的企业</a:t>
              </a:r>
              <a:endParaRPr lang="en-US" altLang="zh-CN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</p:grpSp>
      <p:pic>
        <p:nvPicPr>
          <p:cNvPr id="24" name="Picture 2" descr="D:\360MoveData\Users\xiaoxiao\Desktop\图片2.png图片2">
            <a:extLst>
              <a:ext uri="{FF2B5EF4-FFF2-40B4-BE49-F238E27FC236}">
                <a16:creationId xmlns:a16="http://schemas.microsoft.com/office/drawing/2014/main" id="{ADC48C0F-9B06-9E8A-F917-C23ECC449A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307830" y="93663"/>
            <a:ext cx="2088515" cy="76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135248E-C84C-E0F9-1924-FD6F98013575}"/>
              </a:ext>
            </a:extLst>
          </p:cNvPr>
          <p:cNvSpPr/>
          <p:nvPr/>
        </p:nvSpPr>
        <p:spPr>
          <a:xfrm>
            <a:off x="0" y="5437635"/>
            <a:ext cx="12192000" cy="1314485"/>
          </a:xfrm>
          <a:prstGeom prst="rect">
            <a:avLst/>
          </a:prstGeom>
          <a:solidFill>
            <a:srgbClr val="D9959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gradFill>
                <a:gsLst>
                  <a:gs pos="20000">
                    <a:srgbClr val="00367A"/>
                  </a:gs>
                  <a:gs pos="100000">
                    <a:srgbClr val="0070C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EFB786-C02C-8F85-A8F0-56DD1F65E1D9}"/>
              </a:ext>
            </a:extLst>
          </p:cNvPr>
          <p:cNvSpPr/>
          <p:nvPr/>
        </p:nvSpPr>
        <p:spPr>
          <a:xfrm>
            <a:off x="0" y="5589241"/>
            <a:ext cx="12192000" cy="11750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C25D2F-FDFC-E333-765C-D1CB6347CE4E}"/>
              </a:ext>
            </a:extLst>
          </p:cNvPr>
          <p:cNvSpPr txBox="1"/>
          <p:nvPr/>
        </p:nvSpPr>
        <p:spPr>
          <a:xfrm>
            <a:off x="1547943" y="5901597"/>
            <a:ext cx="9096114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参访乐聚机器人，中科星图，家电国创中心，虚拟现实国创中心等企业与研究所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55DD875-3186-2A35-A510-A78E5E4A59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76" y="949929"/>
            <a:ext cx="3178548" cy="2119032"/>
          </a:xfrm>
          <a:prstGeom prst="roundRect">
            <a:avLst>
              <a:gd name="adj" fmla="val 11111"/>
            </a:avLst>
          </a:prstGeom>
          <a:ln w="190500" cap="rnd">
            <a:noFill/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909D81E-BACE-574F-1119-EE52C5C8A0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584" y="936683"/>
            <a:ext cx="3286676" cy="2191117"/>
          </a:xfrm>
          <a:prstGeom prst="roundRect">
            <a:avLst>
              <a:gd name="adj" fmla="val 11111"/>
            </a:avLst>
          </a:prstGeom>
          <a:ln w="190500" cap="rnd">
            <a:noFill/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860C065-2FDD-F9DE-991C-5EDD0FC8F5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220" y="932292"/>
            <a:ext cx="3286676" cy="2191117"/>
          </a:xfrm>
          <a:prstGeom prst="roundRect">
            <a:avLst>
              <a:gd name="adj" fmla="val 11111"/>
            </a:avLst>
          </a:prstGeom>
          <a:ln w="190500" cap="rnd">
            <a:noFill/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ECEE2CD-635D-7F92-2F2C-1BC3D31E25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02" y="3169943"/>
            <a:ext cx="3162522" cy="2108348"/>
          </a:xfrm>
          <a:prstGeom prst="roundRect">
            <a:avLst>
              <a:gd name="adj" fmla="val 11111"/>
            </a:avLst>
          </a:prstGeom>
          <a:ln w="190500" cap="rnd">
            <a:noFill/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FB75625F-2D33-D9FB-88D4-D400672AF7B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28" y="3198371"/>
            <a:ext cx="2860678" cy="2144670"/>
          </a:xfrm>
          <a:prstGeom prst="roundRect">
            <a:avLst>
              <a:gd name="adj" fmla="val 11111"/>
            </a:avLst>
          </a:prstGeom>
          <a:ln w="190500" cap="rnd">
            <a:noFill/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4B13CE28-8B86-2870-6973-CA047239263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584" y="3166846"/>
            <a:ext cx="3286676" cy="2191117"/>
          </a:xfrm>
          <a:prstGeom prst="roundRect">
            <a:avLst>
              <a:gd name="adj" fmla="val 11111"/>
            </a:avLst>
          </a:prstGeom>
          <a:ln w="190500" cap="rnd">
            <a:noFill/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-81280" y="6400450"/>
            <a:ext cx="12273280" cy="44704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92476" y="1091912"/>
            <a:ext cx="1919148" cy="340995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12700">
            <a:solidFill>
              <a:srgbClr val="FEFFFB"/>
            </a:solidFill>
            <a:round/>
          </a:ln>
          <a:effectLst>
            <a:outerShdw dist="99190" dir="2388334" algn="ctr" rotWithShape="0">
              <a:srgbClr val="1C1C1C">
                <a:alpha val="50000"/>
              </a:srgbClr>
            </a:outerShdw>
          </a:effectLst>
        </p:spPr>
        <p:txBody>
          <a:bodyPr wrap="square" anchor="ctr">
            <a:no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FF0000"/>
              </a:buClr>
              <a:buSzTx/>
              <a:buNone/>
            </a:pPr>
            <a:r>
              <a:rPr kumimoji="0"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kumimoji="0" lang="zh-CN" alt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企业项目实操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8" t="1226" r="17665"/>
          <a:stretch>
            <a:fillRect/>
          </a:stretch>
        </p:blipFill>
        <p:spPr>
          <a:xfrm rot="5400000">
            <a:off x="1707614" y="2398682"/>
            <a:ext cx="2789649" cy="3593560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25" name="文本框 24"/>
          <p:cNvSpPr txBox="1"/>
          <p:nvPr/>
        </p:nvSpPr>
        <p:spPr>
          <a:xfrm>
            <a:off x="2277460" y="5760222"/>
            <a:ext cx="1649956" cy="415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CN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PCB</a:t>
            </a: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检测样品</a:t>
            </a:r>
            <a:endParaRPr lang="zh-CN" altLang="en-US" kern="0" dirty="0">
              <a:latin typeface="方正粗黑宋简体" panose="02000000000000000000" charset="-122"/>
              <a:ea typeface="方正粗黑宋简体" panose="02000000000000000000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82318" y="1640890"/>
            <a:ext cx="10926206" cy="764889"/>
          </a:xfrm>
          <a:prstGeom prst="rect">
            <a:avLst/>
          </a:prstGeom>
          <a:noFill/>
          <a:ln w="19050">
            <a:solidFill>
              <a:srgbClr val="C0504D"/>
            </a:solidFill>
          </a:ln>
        </p:spPr>
        <p:txBody>
          <a:bodyPr wrap="square">
            <a:spAutoFit/>
          </a:bodyPr>
          <a:lstStyle/>
          <a:p>
            <a:pPr indent="457200">
              <a:lnSpc>
                <a:spcPct val="125000"/>
              </a:lnSpc>
            </a:pP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本次打光实操中，待检测的 </a:t>
            </a:r>
            <a:r>
              <a:rPr lang="en-US" altLang="zh-CN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PCB </a:t>
            </a: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样品（如下图所示）存在三类典型缺陷：</a:t>
            </a:r>
            <a:r>
              <a:rPr lang="en-US" altLang="zh-CN" kern="0" dirty="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PCB </a:t>
            </a:r>
            <a:r>
              <a:rPr lang="zh-CN" altLang="en-US" kern="0" dirty="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板表面划痕</a:t>
            </a: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、</a:t>
            </a:r>
            <a:r>
              <a:rPr lang="zh-CN" altLang="en-US" kern="0" dirty="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金手指划痕</a:t>
            </a: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及</a:t>
            </a:r>
            <a:r>
              <a:rPr lang="zh-CN" altLang="en-US" kern="0" dirty="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黑胶划痕</a:t>
            </a: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</a:rPr>
              <a:t>。为完成样品图像的软件采集工作，小组成员协同完成相机、镜头与光源的选型。</a:t>
            </a:r>
            <a:endParaRPr lang="en-US" altLang="zh-CN" kern="0" dirty="0">
              <a:latin typeface="方正粗黑宋简体" panose="02000000000000000000" charset="-122"/>
              <a:ea typeface="方正粗黑宋简体" panose="02000000000000000000" charset="-122"/>
              <a:cs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32A58C-D47C-AC08-97F5-AC8AF2CD2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804577" y="2405464"/>
            <a:ext cx="2594375" cy="5235589"/>
          </a:xfrm>
          <a:prstGeom prst="rect">
            <a:avLst/>
          </a:prstGeom>
          <a:ln w="28575"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9968D45-5B3D-D967-9A2C-6A372467A416}"/>
              </a:ext>
            </a:extLst>
          </p:cNvPr>
          <p:cNvSpPr/>
          <p:nvPr/>
        </p:nvSpPr>
        <p:spPr>
          <a:xfrm>
            <a:off x="6715112" y="4100975"/>
            <a:ext cx="414528" cy="1889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A4548B-5434-50CD-4F71-0135BA63A88F}"/>
              </a:ext>
            </a:extLst>
          </p:cNvPr>
          <p:cNvSpPr txBox="1"/>
          <p:nvPr/>
        </p:nvSpPr>
        <p:spPr>
          <a:xfrm>
            <a:off x="6449362" y="2495094"/>
            <a:ext cx="2377442" cy="1111138"/>
          </a:xfrm>
          <a:prstGeom prst="rect">
            <a:avLst/>
          </a:prstGeom>
          <a:noFill/>
          <a:ln w="19050"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  <a:sym typeface="+mn-lt"/>
              </a:rPr>
              <a:t>原始图像上</a:t>
            </a:r>
            <a:r>
              <a:rPr lang="zh-CN" altLang="en-US" kern="0" dirty="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+mn-ea"/>
                <a:sym typeface="+mn-lt"/>
              </a:rPr>
              <a:t>金手指划痕</a:t>
            </a: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  <a:sym typeface="+mn-lt"/>
              </a:rPr>
              <a:t>和</a:t>
            </a:r>
            <a:r>
              <a:rPr lang="zh-CN" altLang="en-US" kern="0" dirty="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+mn-ea"/>
                <a:sym typeface="+mn-lt"/>
              </a:rPr>
              <a:t>黑胶划痕</a:t>
            </a: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  <a:sym typeface="+mn-lt"/>
              </a:rPr>
              <a:t>清晰，易于缺陷检测。</a:t>
            </a:r>
            <a:endParaRPr lang="en-US" altLang="zh-CN" kern="0" dirty="0">
              <a:latin typeface="方正粗黑宋简体" panose="02000000000000000000" charset="-122"/>
              <a:ea typeface="方正粗黑宋简体" panose="02000000000000000000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716CCA-0BA0-947B-82A9-6EECBC4D8A90}"/>
              </a:ext>
            </a:extLst>
          </p:cNvPr>
          <p:cNvSpPr/>
          <p:nvPr/>
        </p:nvSpPr>
        <p:spPr>
          <a:xfrm>
            <a:off x="7455014" y="4701431"/>
            <a:ext cx="255270" cy="495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DF9B0DA-8DC9-D64F-3346-9AF076D1A144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6922376" y="3606232"/>
            <a:ext cx="715707" cy="51105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C38724A-784E-A11A-CBC1-69A1DDE33F9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7596953" y="3606232"/>
            <a:ext cx="41130" cy="109519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7A9C19E-8E3B-7F63-0770-F0B9979596A6}"/>
              </a:ext>
            </a:extLst>
          </p:cNvPr>
          <p:cNvSpPr/>
          <p:nvPr/>
        </p:nvSpPr>
        <p:spPr>
          <a:xfrm>
            <a:off x="9827374" y="4289951"/>
            <a:ext cx="414528" cy="3226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DB7D57-B9DB-E2F8-F1FA-A47B715338E3}"/>
              </a:ext>
            </a:extLst>
          </p:cNvPr>
          <p:cNvSpPr/>
          <p:nvPr/>
        </p:nvSpPr>
        <p:spPr>
          <a:xfrm>
            <a:off x="10775050" y="4117291"/>
            <a:ext cx="255270" cy="3606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187FC5-A961-30F4-4A0E-D64DC4A5554C}"/>
              </a:ext>
            </a:extLst>
          </p:cNvPr>
          <p:cNvSpPr/>
          <p:nvPr/>
        </p:nvSpPr>
        <p:spPr>
          <a:xfrm>
            <a:off x="10152494" y="4775608"/>
            <a:ext cx="255270" cy="4953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4BE31E7-C88E-08D3-F5A2-62119BFC1922}"/>
              </a:ext>
            </a:extLst>
          </p:cNvPr>
          <p:cNvSpPr txBox="1"/>
          <p:nvPr/>
        </p:nvSpPr>
        <p:spPr>
          <a:xfrm>
            <a:off x="9529258" y="2676533"/>
            <a:ext cx="1888862" cy="418641"/>
          </a:xfrm>
          <a:prstGeom prst="rect">
            <a:avLst/>
          </a:prstGeom>
          <a:noFill/>
          <a:ln w="19050">
            <a:solidFill>
              <a:srgbClr val="C0504D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kern="0" dirty="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+mn-ea"/>
                <a:sym typeface="+mn-lt"/>
              </a:rPr>
              <a:t>PCB</a:t>
            </a:r>
            <a:r>
              <a:rPr lang="zh-CN" altLang="en-US" kern="0" dirty="0">
                <a:solidFill>
                  <a:srgbClr val="FF0000"/>
                </a:solidFill>
                <a:latin typeface="方正粗黑宋简体" panose="02000000000000000000" charset="-122"/>
                <a:ea typeface="方正粗黑宋简体" panose="02000000000000000000" charset="-122"/>
                <a:cs typeface="+mn-ea"/>
                <a:sym typeface="+mn-lt"/>
              </a:rPr>
              <a:t>划痕</a:t>
            </a:r>
            <a:r>
              <a:rPr lang="zh-CN" altLang="en-US" kern="0" dirty="0">
                <a:latin typeface="方正粗黑宋简体" panose="02000000000000000000" charset="-122"/>
                <a:ea typeface="方正粗黑宋简体" panose="02000000000000000000" charset="-122"/>
                <a:cs typeface="+mn-ea"/>
                <a:sym typeface="+mn-lt"/>
              </a:rPr>
              <a:t>不清晰</a:t>
            </a:r>
            <a:endParaRPr lang="en-US" altLang="zh-CN" kern="0" dirty="0">
              <a:latin typeface="方正粗黑宋简体" panose="02000000000000000000" charset="-122"/>
              <a:ea typeface="方正粗黑宋简体" panose="02000000000000000000" charset="-122"/>
              <a:cs typeface="+mn-ea"/>
              <a:sym typeface="+mn-lt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F3166D5-2C32-EDBA-9FC0-57612E803123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H="1" flipV="1">
            <a:off x="10473689" y="3095174"/>
            <a:ext cx="428996" cy="102211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C605009-B373-8BF4-F51F-50983EC89ADC}"/>
              </a:ext>
            </a:extLst>
          </p:cNvPr>
          <p:cNvCxnSpPr>
            <a:cxnSpLocks/>
            <a:stCxn id="15" idx="0"/>
            <a:endCxn id="19" idx="2"/>
          </p:cNvCxnSpPr>
          <p:nvPr/>
        </p:nvCxnSpPr>
        <p:spPr>
          <a:xfrm flipV="1">
            <a:off x="10034638" y="3095174"/>
            <a:ext cx="439051" cy="119477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A31419A-B1ED-268E-C7E1-DD6935260C05}"/>
              </a:ext>
            </a:extLst>
          </p:cNvPr>
          <p:cNvCxnSpPr>
            <a:cxnSpLocks/>
            <a:stCxn id="17" idx="0"/>
            <a:endCxn id="19" idx="2"/>
          </p:cNvCxnSpPr>
          <p:nvPr/>
        </p:nvCxnSpPr>
        <p:spPr>
          <a:xfrm flipV="1">
            <a:off x="10280129" y="3095174"/>
            <a:ext cx="193560" cy="16804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bg object 16">
            <a:extLst>
              <a:ext uri="{FF2B5EF4-FFF2-40B4-BE49-F238E27FC236}">
                <a16:creationId xmlns:a16="http://schemas.microsoft.com/office/drawing/2014/main" id="{B3FFCC81-A106-59AC-9F74-9F893E3B0D0E}"/>
              </a:ext>
            </a:extLst>
          </p:cNvPr>
          <p:cNvSpPr/>
          <p:nvPr/>
        </p:nvSpPr>
        <p:spPr>
          <a:xfrm>
            <a:off x="299351" y="2606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432054" y="0"/>
                </a:moveTo>
                <a:lnTo>
                  <a:pt x="0" y="0"/>
                </a:lnTo>
                <a:lnTo>
                  <a:pt x="0" y="432053"/>
                </a:lnTo>
                <a:lnTo>
                  <a:pt x="432054" y="432053"/>
                </a:lnTo>
                <a:lnTo>
                  <a:pt x="43205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14">
            <a:extLst>
              <a:ext uri="{FF2B5EF4-FFF2-40B4-BE49-F238E27FC236}">
                <a16:creationId xmlns:a16="http://schemas.microsoft.com/office/drawing/2014/main" id="{AA03EDA8-6001-0B9E-500B-EF7B51BF01A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27820" y="233680"/>
            <a:ext cx="2491739" cy="914399"/>
          </a:xfrm>
          <a:prstGeom prst="rect">
            <a:avLst/>
          </a:prstGeom>
        </p:spPr>
      </p:pic>
      <p:pic>
        <p:nvPicPr>
          <p:cNvPr id="36" name="bg object 19">
            <a:extLst>
              <a:ext uri="{FF2B5EF4-FFF2-40B4-BE49-F238E27FC236}">
                <a16:creationId xmlns:a16="http://schemas.microsoft.com/office/drawing/2014/main" id="{F50AB014-3C46-07D5-20E0-C9BE8709C6F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5446" y="885037"/>
            <a:ext cx="5616613" cy="28575"/>
          </a:xfrm>
          <a:prstGeom prst="rect">
            <a:avLst/>
          </a:prstGeom>
        </p:spPr>
      </p:pic>
      <p:sp>
        <p:nvSpPr>
          <p:cNvPr id="37" name="bg object 18">
            <a:extLst>
              <a:ext uri="{FF2B5EF4-FFF2-40B4-BE49-F238E27FC236}">
                <a16:creationId xmlns:a16="http://schemas.microsoft.com/office/drawing/2014/main" id="{149276A7-0CA5-8805-90ED-B3C3BFCACC4D}"/>
              </a:ext>
            </a:extLst>
          </p:cNvPr>
          <p:cNvSpPr/>
          <p:nvPr/>
        </p:nvSpPr>
        <p:spPr>
          <a:xfrm>
            <a:off x="463115" y="440981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0" y="0"/>
                </a:moveTo>
                <a:lnTo>
                  <a:pt x="504050" y="0"/>
                </a:lnTo>
                <a:lnTo>
                  <a:pt x="504050" y="504050"/>
                </a:lnTo>
                <a:lnTo>
                  <a:pt x="0" y="5040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">
            <a:extLst>
              <a:ext uri="{FF2B5EF4-FFF2-40B4-BE49-F238E27FC236}">
                <a16:creationId xmlns:a16="http://schemas.microsoft.com/office/drawing/2014/main" id="{B3F96204-5CF1-EC0E-9DAD-746D268177BE}"/>
              </a:ext>
            </a:extLst>
          </p:cNvPr>
          <p:cNvSpPr txBox="1">
            <a:spLocks/>
          </p:cNvSpPr>
          <p:nvPr/>
        </p:nvSpPr>
        <p:spPr>
          <a:xfrm>
            <a:off x="1131069" y="306399"/>
            <a:ext cx="700090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zh-CN" altLang="en-US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项目实操：</a:t>
            </a:r>
            <a:r>
              <a:rPr lang="en-US" altLang="zh-CN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缺陷的精准识别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7401299" cy="682262"/>
            <a:chOff x="299356" y="260648"/>
            <a:chExt cx="7401299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983432" y="286284"/>
              <a:ext cx="6717223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12700" marR="0" lvl="0" indent="0" algn="ctr" fontAlgn="auto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3200" b="1" dirty="0">
                  <a:solidFill>
                    <a:srgbClr val="75080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从理论到实操：团队的技术负责成员</a:t>
              </a:r>
              <a:endParaRPr lang="en-US" altLang="zh-CN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</p:grpSp>
      <p:pic>
        <p:nvPicPr>
          <p:cNvPr id="4" name="Picture 2" descr="D:\360MoveData\Users\xiaoxiao\Desktop\图片2.png图片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307830" y="93663"/>
            <a:ext cx="2088515" cy="76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19380" y="6316345"/>
            <a:ext cx="30378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允公允能 日新月异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19E3CF1-D65D-74EC-ADD8-71E3F9EACFE7}"/>
              </a:ext>
            </a:extLst>
          </p:cNvPr>
          <p:cNvGrpSpPr/>
          <p:nvPr/>
        </p:nvGrpSpPr>
        <p:grpSpPr>
          <a:xfrm>
            <a:off x="0" y="1254251"/>
            <a:ext cx="3691254" cy="5206365"/>
            <a:chOff x="0" y="1254251"/>
            <a:chExt cx="3691254" cy="5206365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44138EC7-6E07-405B-A117-A56F6DCD881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254251"/>
              <a:ext cx="3691115" cy="5205983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3846C61D-A15F-9FF1-1200-B8722530939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529321"/>
              <a:ext cx="3424212" cy="4305300"/>
            </a:xfrm>
            <a:prstGeom prst="rect">
              <a:avLst/>
            </a:prstGeom>
          </p:spPr>
        </p:pic>
      </p:grpSp>
      <p:sp>
        <p:nvSpPr>
          <p:cNvPr id="31" name="object 6">
            <a:extLst>
              <a:ext uri="{FF2B5EF4-FFF2-40B4-BE49-F238E27FC236}">
                <a16:creationId xmlns:a16="http://schemas.microsoft.com/office/drawing/2014/main" id="{D6B5140F-1BB3-C16D-D3B5-EA5D7516AF24}"/>
              </a:ext>
            </a:extLst>
          </p:cNvPr>
          <p:cNvSpPr txBox="1"/>
          <p:nvPr/>
        </p:nvSpPr>
        <p:spPr>
          <a:xfrm>
            <a:off x="493206" y="3287463"/>
            <a:ext cx="1859498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marR="5080" indent="-1524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整个团队的</a:t>
            </a:r>
            <a:endParaRPr lang="en-US" altLang="zh-CN" sz="2400" b="1" spc="-10" dirty="0">
              <a:solidFill>
                <a:srgbClr val="25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165100" marR="5080" indent="-1524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技术负责员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3" name="object 19">
            <a:extLst>
              <a:ext uri="{FF2B5EF4-FFF2-40B4-BE49-F238E27FC236}">
                <a16:creationId xmlns:a16="http://schemas.microsoft.com/office/drawing/2014/main" id="{D04DE883-E7B0-CB27-67DC-308E747F1D75}"/>
              </a:ext>
            </a:extLst>
          </p:cNvPr>
          <p:cNvSpPr txBox="1"/>
          <p:nvPr/>
        </p:nvSpPr>
        <p:spPr>
          <a:xfrm>
            <a:off x="3307557" y="1693913"/>
            <a:ext cx="3073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学习相机选型理论知识</a:t>
            </a:r>
            <a:endParaRPr sz="2400" b="1" spc="-10" dirty="0">
              <a:solidFill>
                <a:srgbClr val="25252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object 20">
            <a:extLst>
              <a:ext uri="{FF2B5EF4-FFF2-40B4-BE49-F238E27FC236}">
                <a16:creationId xmlns:a16="http://schemas.microsoft.com/office/drawing/2014/main" id="{85D669D4-1C2B-8422-D53A-6EF05CF730C5}"/>
              </a:ext>
            </a:extLst>
          </p:cNvPr>
          <p:cNvSpPr txBox="1"/>
          <p:nvPr/>
        </p:nvSpPr>
        <p:spPr>
          <a:xfrm>
            <a:off x="4130116" y="3466082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52525"/>
                </a:solidFill>
                <a:latin typeface="微软雅黑"/>
                <a:cs typeface="微软雅黑"/>
              </a:rPr>
              <a:t>独立完成打光操作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45" name="object 21">
            <a:extLst>
              <a:ext uri="{FF2B5EF4-FFF2-40B4-BE49-F238E27FC236}">
                <a16:creationId xmlns:a16="http://schemas.microsoft.com/office/drawing/2014/main" id="{AB28FE88-5E6E-9903-A31B-861D52D17E11}"/>
              </a:ext>
            </a:extLst>
          </p:cNvPr>
          <p:cNvSpPr txBox="1"/>
          <p:nvPr/>
        </p:nvSpPr>
        <p:spPr>
          <a:xfrm>
            <a:off x="3411494" y="5129314"/>
            <a:ext cx="4597400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 err="1">
                <a:solidFill>
                  <a:srgbClr val="252525"/>
                </a:solidFill>
                <a:latin typeface="微软雅黑"/>
                <a:cs typeface="微软雅黑"/>
              </a:rPr>
              <a:t>团队合作完成缺陷检测和尺寸测量</a:t>
            </a:r>
            <a:endParaRPr lang="en-US" sz="2400" b="1" spc="-5" dirty="0">
              <a:solidFill>
                <a:srgbClr val="252525"/>
              </a:solidFill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</a:t>
            </a:r>
            <a:r>
              <a:rPr lang="zh-CN" altLang="en-US" sz="2400" b="1" spc="-5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主导算法设计）</a:t>
            </a:r>
            <a:endParaRPr sz="2400" b="1" spc="-5" dirty="0">
              <a:solidFill>
                <a:srgbClr val="25252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pic>
        <p:nvPicPr>
          <p:cNvPr id="47" name="object 24">
            <a:extLst>
              <a:ext uri="{FF2B5EF4-FFF2-40B4-BE49-F238E27FC236}">
                <a16:creationId xmlns:a16="http://schemas.microsoft.com/office/drawing/2014/main" id="{69AE51F0-1788-5F54-6409-30D13A0949E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98579" y="2834360"/>
            <a:ext cx="3152910" cy="2101938"/>
          </a:xfrm>
          <a:prstGeom prst="rect">
            <a:avLst/>
          </a:prstGeom>
        </p:spPr>
      </p:pic>
      <p:pic>
        <p:nvPicPr>
          <p:cNvPr id="48" name="object 25">
            <a:extLst>
              <a:ext uri="{FF2B5EF4-FFF2-40B4-BE49-F238E27FC236}">
                <a16:creationId xmlns:a16="http://schemas.microsoft.com/office/drawing/2014/main" id="{5FE5B457-225A-88B1-4B44-40382C69F12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37144" y="905106"/>
            <a:ext cx="2846984" cy="1897986"/>
          </a:xfrm>
          <a:prstGeom prst="rect">
            <a:avLst/>
          </a:prstGeom>
        </p:spPr>
      </p:pic>
      <p:pic>
        <p:nvPicPr>
          <p:cNvPr id="49" name="object 26">
            <a:extLst>
              <a:ext uri="{FF2B5EF4-FFF2-40B4-BE49-F238E27FC236}">
                <a16:creationId xmlns:a16="http://schemas.microsoft.com/office/drawing/2014/main" id="{AC1181D9-765C-9E55-3B79-33983673E8B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74452" y="4998812"/>
            <a:ext cx="2601167" cy="1734104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95D8BA25-2343-E5F4-A159-0BD20CB6BD5C}"/>
              </a:ext>
            </a:extLst>
          </p:cNvPr>
          <p:cNvGrpSpPr/>
          <p:nvPr/>
        </p:nvGrpSpPr>
        <p:grpSpPr>
          <a:xfrm>
            <a:off x="1824867" y="1292720"/>
            <a:ext cx="1584959" cy="1584947"/>
            <a:chOff x="1866900" y="1338084"/>
            <a:chExt cx="1584959" cy="1584947"/>
          </a:xfrm>
        </p:grpSpPr>
        <p:pic>
          <p:nvPicPr>
            <p:cNvPr id="35" name="object 8">
              <a:extLst>
                <a:ext uri="{FF2B5EF4-FFF2-40B4-BE49-F238E27FC236}">
                  <a16:creationId xmlns:a16="http://schemas.microsoft.com/office/drawing/2014/main" id="{5EA301AA-E37E-CB41-4D37-521A340AD33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6900" y="1338084"/>
              <a:ext cx="1584959" cy="1584947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825C584-92B2-0363-99A5-EA09744312EB}"/>
                </a:ext>
              </a:extLst>
            </p:cNvPr>
            <p:cNvGrpSpPr/>
            <p:nvPr/>
          </p:nvGrpSpPr>
          <p:grpSpPr>
            <a:xfrm>
              <a:off x="2321318" y="1523631"/>
              <a:ext cx="945375" cy="945375"/>
              <a:chOff x="2321318" y="1523631"/>
              <a:chExt cx="945375" cy="945375"/>
            </a:xfrm>
          </p:grpSpPr>
          <p:pic>
            <p:nvPicPr>
              <p:cNvPr id="36" name="object 9">
                <a:extLst>
                  <a:ext uri="{FF2B5EF4-FFF2-40B4-BE49-F238E27FC236}">
                    <a16:creationId xmlns:a16="http://schemas.microsoft.com/office/drawing/2014/main" id="{6094491E-072B-9A3A-CBAC-14F9521EC164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2321318" y="1523631"/>
                <a:ext cx="945375" cy="945375"/>
              </a:xfrm>
              <a:prstGeom prst="rect">
                <a:avLst/>
              </a:prstGeom>
            </p:spPr>
          </p:pic>
          <p:sp>
            <p:nvSpPr>
              <p:cNvPr id="50" name="object 19">
                <a:extLst>
                  <a:ext uri="{FF2B5EF4-FFF2-40B4-BE49-F238E27FC236}">
                    <a16:creationId xmlns:a16="http://schemas.microsoft.com/office/drawing/2014/main" id="{045BA9B9-BD21-CDE2-4ED2-5AFF580FC1DB}"/>
                  </a:ext>
                </a:extLst>
              </p:cNvPr>
              <p:cNvSpPr txBox="1"/>
              <p:nvPr/>
            </p:nvSpPr>
            <p:spPr>
              <a:xfrm>
                <a:off x="2684784" y="1774462"/>
                <a:ext cx="316271" cy="44371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2800" b="1" spc="-10" dirty="0">
                    <a:solidFill>
                      <a:srgbClr val="25252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sz="2800" b="1" spc="-10" dirty="0">
                  <a:solidFill>
                    <a:srgbClr val="2525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5E4E441-FD78-D0DD-AB60-E744C6D13C87}"/>
              </a:ext>
            </a:extLst>
          </p:cNvPr>
          <p:cNvGrpSpPr/>
          <p:nvPr/>
        </p:nvGrpSpPr>
        <p:grpSpPr>
          <a:xfrm>
            <a:off x="1970798" y="4754867"/>
            <a:ext cx="1586865" cy="1586865"/>
            <a:chOff x="1929383" y="4750307"/>
            <a:chExt cx="1586865" cy="1586865"/>
          </a:xfrm>
        </p:grpSpPr>
        <p:grpSp>
          <p:nvGrpSpPr>
            <p:cNvPr id="40" name="object 15">
              <a:extLst>
                <a:ext uri="{FF2B5EF4-FFF2-40B4-BE49-F238E27FC236}">
                  <a16:creationId xmlns:a16="http://schemas.microsoft.com/office/drawing/2014/main" id="{60F718C0-A645-49F4-3AB0-BD2C8644045A}"/>
                </a:ext>
              </a:extLst>
            </p:cNvPr>
            <p:cNvGrpSpPr/>
            <p:nvPr/>
          </p:nvGrpSpPr>
          <p:grpSpPr>
            <a:xfrm>
              <a:off x="1929383" y="4750307"/>
              <a:ext cx="1586865" cy="1586865"/>
              <a:chOff x="1929383" y="4750307"/>
              <a:chExt cx="1586865" cy="1586865"/>
            </a:xfrm>
          </p:grpSpPr>
          <p:pic>
            <p:nvPicPr>
              <p:cNvPr id="41" name="object 16">
                <a:extLst>
                  <a:ext uri="{FF2B5EF4-FFF2-40B4-BE49-F238E27FC236}">
                    <a16:creationId xmlns:a16="http://schemas.microsoft.com/office/drawing/2014/main" id="{223C5341-585A-2AFA-EE46-78CCE5693CAF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929383" y="4750307"/>
                <a:ext cx="1586483" cy="1586483"/>
              </a:xfrm>
              <a:prstGeom prst="rect">
                <a:avLst/>
              </a:prstGeom>
            </p:spPr>
          </p:pic>
          <p:pic>
            <p:nvPicPr>
              <p:cNvPr id="42" name="object 17">
                <a:extLst>
                  <a:ext uri="{FF2B5EF4-FFF2-40B4-BE49-F238E27FC236}">
                    <a16:creationId xmlns:a16="http://schemas.microsoft.com/office/drawing/2014/main" id="{33A2F4CD-F304-6144-C10C-C16A689BE110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384691" y="4936299"/>
                <a:ext cx="945375" cy="945375"/>
              </a:xfrm>
              <a:prstGeom prst="rect">
                <a:avLst/>
              </a:prstGeom>
            </p:spPr>
          </p:pic>
        </p:grpSp>
        <p:sp>
          <p:nvSpPr>
            <p:cNvPr id="51" name="object 19">
              <a:extLst>
                <a:ext uri="{FF2B5EF4-FFF2-40B4-BE49-F238E27FC236}">
                  <a16:creationId xmlns:a16="http://schemas.microsoft.com/office/drawing/2014/main" id="{F14E2C54-4940-BEC5-F654-BCE109E74CA0}"/>
                </a:ext>
              </a:extLst>
            </p:cNvPr>
            <p:cNvSpPr txBox="1"/>
            <p:nvPr/>
          </p:nvSpPr>
          <p:spPr>
            <a:xfrm>
              <a:off x="2743992" y="5194188"/>
              <a:ext cx="316271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800" b="1" spc="-10" dirty="0">
                  <a:solidFill>
                    <a:srgbClr val="2525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sz="2800" b="1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573C94B-3410-34CD-74CE-A33B286DD5B6}"/>
              </a:ext>
            </a:extLst>
          </p:cNvPr>
          <p:cNvGrpSpPr/>
          <p:nvPr/>
        </p:nvGrpSpPr>
        <p:grpSpPr>
          <a:xfrm>
            <a:off x="2485773" y="3041903"/>
            <a:ext cx="1584960" cy="1584960"/>
            <a:chOff x="2642616" y="3107448"/>
            <a:chExt cx="1584960" cy="1584960"/>
          </a:xfrm>
        </p:grpSpPr>
        <p:grpSp>
          <p:nvGrpSpPr>
            <p:cNvPr id="37" name="object 11">
              <a:extLst>
                <a:ext uri="{FF2B5EF4-FFF2-40B4-BE49-F238E27FC236}">
                  <a16:creationId xmlns:a16="http://schemas.microsoft.com/office/drawing/2014/main" id="{2DDECD49-B8A6-BCED-C1A9-C92E23DA84B1}"/>
                </a:ext>
              </a:extLst>
            </p:cNvPr>
            <p:cNvGrpSpPr/>
            <p:nvPr/>
          </p:nvGrpSpPr>
          <p:grpSpPr>
            <a:xfrm>
              <a:off x="2642616" y="3107448"/>
              <a:ext cx="1584960" cy="1584960"/>
              <a:chOff x="2642616" y="3107448"/>
              <a:chExt cx="1584960" cy="1584960"/>
            </a:xfrm>
          </p:grpSpPr>
          <p:pic>
            <p:nvPicPr>
              <p:cNvPr id="38" name="object 12">
                <a:extLst>
                  <a:ext uri="{FF2B5EF4-FFF2-40B4-BE49-F238E27FC236}">
                    <a16:creationId xmlns:a16="http://schemas.microsoft.com/office/drawing/2014/main" id="{A48A6000-12A3-F5E4-9BB9-7223A19B5618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2642616" y="3107448"/>
                <a:ext cx="1584959" cy="1584947"/>
              </a:xfrm>
              <a:prstGeom prst="rect">
                <a:avLst/>
              </a:prstGeom>
            </p:spPr>
          </p:pic>
          <p:pic>
            <p:nvPicPr>
              <p:cNvPr id="39" name="object 13">
                <a:extLst>
                  <a:ext uri="{FF2B5EF4-FFF2-40B4-BE49-F238E27FC236}">
                    <a16:creationId xmlns:a16="http://schemas.microsoft.com/office/drawing/2014/main" id="{5DD76D7A-F69A-FA3E-BD66-4420A646B46D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3096971" y="3292894"/>
                <a:ext cx="945375" cy="945375"/>
              </a:xfrm>
              <a:prstGeom prst="rect">
                <a:avLst/>
              </a:prstGeom>
            </p:spPr>
          </p:pic>
        </p:grpSp>
        <p:sp>
          <p:nvSpPr>
            <p:cNvPr id="52" name="object 19">
              <a:extLst>
                <a:ext uri="{FF2B5EF4-FFF2-40B4-BE49-F238E27FC236}">
                  <a16:creationId xmlns:a16="http://schemas.microsoft.com/office/drawing/2014/main" id="{CC7A0F2A-FB22-332C-E784-E450B1B67519}"/>
                </a:ext>
              </a:extLst>
            </p:cNvPr>
            <p:cNvSpPr txBox="1"/>
            <p:nvPr/>
          </p:nvSpPr>
          <p:spPr>
            <a:xfrm>
              <a:off x="3462614" y="3543725"/>
              <a:ext cx="316271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800" b="1" spc="-10" dirty="0">
                  <a:solidFill>
                    <a:srgbClr val="25252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sz="2800" b="1" spc="-1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3" grpId="0"/>
      <p:bldP spid="44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1317039"/>
            <a:ext cx="2592499" cy="5231804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9" name="矩形 48"/>
          <p:cNvSpPr/>
          <p:nvPr/>
        </p:nvSpPr>
        <p:spPr>
          <a:xfrm>
            <a:off x="1193550" y="2021254"/>
            <a:ext cx="337820" cy="2616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n>
                <a:solidFill>
                  <a:srgbClr val="FF0000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345950" y="2725468"/>
            <a:ext cx="337820" cy="4921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n>
                <a:solidFill>
                  <a:srgbClr val="FF0000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892220" y="2594658"/>
            <a:ext cx="426549" cy="2616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n>
                <a:solidFill>
                  <a:srgbClr val="FF0000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641350" y="4638108"/>
            <a:ext cx="408940" cy="267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n>
                <a:solidFill>
                  <a:srgbClr val="FF0000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箭头: 右 71"/>
          <p:cNvSpPr/>
          <p:nvPr/>
        </p:nvSpPr>
        <p:spPr>
          <a:xfrm>
            <a:off x="3395589" y="3433330"/>
            <a:ext cx="627604" cy="725071"/>
          </a:xfrm>
          <a:prstGeom prst="rightArrow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n>
                <a:solidFill>
                  <a:srgbClr val="0070C0"/>
                </a:solidFill>
              </a:ln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箭头: 右 72"/>
          <p:cNvSpPr/>
          <p:nvPr/>
        </p:nvSpPr>
        <p:spPr>
          <a:xfrm>
            <a:off x="6532333" y="3424309"/>
            <a:ext cx="579755" cy="725071"/>
          </a:xfrm>
          <a:prstGeom prst="rightArrow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n>
                <a:solidFill>
                  <a:srgbClr val="0070C0"/>
                </a:solidFill>
              </a:ln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36D4829-65F2-B34B-3282-7BD83A8BD1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668"/>
          <a:stretch/>
        </p:blipFill>
        <p:spPr>
          <a:xfrm>
            <a:off x="7122611" y="1325920"/>
            <a:ext cx="4319586" cy="5245750"/>
          </a:xfrm>
          <a:prstGeom prst="rect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A2AEF71-8668-CCBD-7B68-235F22894192}"/>
              </a:ext>
            </a:extLst>
          </p:cNvPr>
          <p:cNvSpPr/>
          <p:nvPr/>
        </p:nvSpPr>
        <p:spPr>
          <a:xfrm>
            <a:off x="1821298" y="5322274"/>
            <a:ext cx="408940" cy="267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n>
                <a:solidFill>
                  <a:srgbClr val="FF0000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4EB17C-FF9C-D52A-E13E-98587A08D08C}"/>
              </a:ext>
            </a:extLst>
          </p:cNvPr>
          <p:cNvSpPr/>
          <p:nvPr/>
        </p:nvSpPr>
        <p:spPr>
          <a:xfrm>
            <a:off x="1105920" y="5988541"/>
            <a:ext cx="408940" cy="267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n>
                <a:solidFill>
                  <a:srgbClr val="FF0000"/>
                </a:solidFill>
              </a:ln>
              <a:noFill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76F94D0-EBFE-BA79-AAFA-3D6DB167F536}"/>
              </a:ext>
            </a:extLst>
          </p:cNvPr>
          <p:cNvGrpSpPr/>
          <p:nvPr/>
        </p:nvGrpSpPr>
        <p:grpSpPr>
          <a:xfrm>
            <a:off x="1337088" y="1301929"/>
            <a:ext cx="7890732" cy="5246914"/>
            <a:chOff x="1239182" y="1522175"/>
            <a:chExt cx="7890732" cy="5246914"/>
          </a:xfrm>
        </p:grpSpPr>
        <p:graphicFrame>
          <p:nvGraphicFramePr>
            <p:cNvPr id="17" name="图示 16">
              <a:extLst>
                <a:ext uri="{FF2B5EF4-FFF2-40B4-BE49-F238E27FC236}">
                  <a16:creationId xmlns:a16="http://schemas.microsoft.com/office/drawing/2014/main" id="{223373BA-1F5B-D243-71B1-214F6D35D6F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10759616"/>
                </p:ext>
              </p:extLst>
            </p:nvPr>
          </p:nvGraphicFramePr>
          <p:xfrm>
            <a:off x="1239182" y="1522175"/>
            <a:ext cx="7890732" cy="524691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6B15562-DA6C-BB92-B08B-915B89CCC63D}"/>
                </a:ext>
              </a:extLst>
            </p:cNvPr>
            <p:cNvSpPr txBox="1"/>
            <p:nvPr/>
          </p:nvSpPr>
          <p:spPr>
            <a:xfrm>
              <a:off x="4900275" y="5063792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缺陷检测</a:t>
              </a:r>
              <a:endParaRPr lang="en-US" altLang="zh-CN" sz="1400" b="1" dirty="0"/>
            </a:p>
            <a:p>
              <a:r>
                <a:rPr lang="en-US" altLang="zh-CN" sz="1400" b="1" dirty="0"/>
                <a:t>    </a:t>
              </a:r>
              <a:r>
                <a:rPr lang="zh-CN" altLang="en-US" sz="1400" b="1" dirty="0"/>
                <a:t>脚本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BEC9878-BBB2-3311-4B39-B7CC40F9A02B}"/>
                </a:ext>
              </a:extLst>
            </p:cNvPr>
            <p:cNvSpPr txBox="1"/>
            <p:nvPr/>
          </p:nvSpPr>
          <p:spPr>
            <a:xfrm>
              <a:off x="4448200" y="5989067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显示和发送</a:t>
              </a: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2515B34D-E52F-2FAC-0A16-A6BB427B79B5}"/>
              </a:ext>
            </a:extLst>
          </p:cNvPr>
          <p:cNvSpPr/>
          <p:nvPr/>
        </p:nvSpPr>
        <p:spPr>
          <a:xfrm>
            <a:off x="4033716" y="1317039"/>
            <a:ext cx="2450768" cy="5254631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bg object 16">
            <a:extLst>
              <a:ext uri="{FF2B5EF4-FFF2-40B4-BE49-F238E27FC236}">
                <a16:creationId xmlns:a16="http://schemas.microsoft.com/office/drawing/2014/main" id="{9FC57407-D9B8-EC04-C099-576D53D0ED54}"/>
              </a:ext>
            </a:extLst>
          </p:cNvPr>
          <p:cNvSpPr/>
          <p:nvPr/>
        </p:nvSpPr>
        <p:spPr>
          <a:xfrm>
            <a:off x="299351" y="2606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4">
                <a:moveTo>
                  <a:pt x="432054" y="0"/>
                </a:moveTo>
                <a:lnTo>
                  <a:pt x="0" y="0"/>
                </a:lnTo>
                <a:lnTo>
                  <a:pt x="0" y="432053"/>
                </a:lnTo>
                <a:lnTo>
                  <a:pt x="432054" y="432053"/>
                </a:lnTo>
                <a:lnTo>
                  <a:pt x="43205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14">
            <a:extLst>
              <a:ext uri="{FF2B5EF4-FFF2-40B4-BE49-F238E27FC236}">
                <a16:creationId xmlns:a16="http://schemas.microsoft.com/office/drawing/2014/main" id="{EEB5A478-6380-44E0-8BA5-2AE26114B9A5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27820" y="233680"/>
            <a:ext cx="2491739" cy="914399"/>
          </a:xfrm>
          <a:prstGeom prst="rect">
            <a:avLst/>
          </a:prstGeom>
        </p:spPr>
      </p:pic>
      <p:pic>
        <p:nvPicPr>
          <p:cNvPr id="10" name="bg object 19">
            <a:extLst>
              <a:ext uri="{FF2B5EF4-FFF2-40B4-BE49-F238E27FC236}">
                <a16:creationId xmlns:a16="http://schemas.microsoft.com/office/drawing/2014/main" id="{57CA5747-982B-2233-9CEC-0E7A2FCCF31A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5446" y="885037"/>
            <a:ext cx="5616613" cy="28575"/>
          </a:xfrm>
          <a:prstGeom prst="rect">
            <a:avLst/>
          </a:prstGeom>
        </p:spPr>
      </p:pic>
      <p:sp>
        <p:nvSpPr>
          <p:cNvPr id="12" name="bg object 18">
            <a:extLst>
              <a:ext uri="{FF2B5EF4-FFF2-40B4-BE49-F238E27FC236}">
                <a16:creationId xmlns:a16="http://schemas.microsoft.com/office/drawing/2014/main" id="{3283C0F8-BEAB-AA87-13FD-A16270BD5A96}"/>
              </a:ext>
            </a:extLst>
          </p:cNvPr>
          <p:cNvSpPr/>
          <p:nvPr/>
        </p:nvSpPr>
        <p:spPr>
          <a:xfrm>
            <a:off x="463115" y="440981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90">
                <a:moveTo>
                  <a:pt x="0" y="0"/>
                </a:moveTo>
                <a:lnTo>
                  <a:pt x="504050" y="0"/>
                </a:lnTo>
                <a:lnTo>
                  <a:pt x="504050" y="504050"/>
                </a:lnTo>
                <a:lnTo>
                  <a:pt x="0" y="5040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35A2595C-BA88-2C39-8B06-8069F5CE66B5}"/>
              </a:ext>
            </a:extLst>
          </p:cNvPr>
          <p:cNvSpPr txBox="1">
            <a:spLocks/>
          </p:cNvSpPr>
          <p:nvPr/>
        </p:nvSpPr>
        <p:spPr>
          <a:xfrm>
            <a:off x="1105920" y="337842"/>
            <a:ext cx="66048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zh-CN" altLang="en-US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具体团队共献</a:t>
            </a:r>
            <a:r>
              <a:rPr lang="en-US" altLang="zh-CN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solidFill>
                  <a:srgbClr val="75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设计核心技术流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99356" y="260648"/>
            <a:ext cx="6372708" cy="682262"/>
            <a:chOff x="299356" y="260648"/>
            <a:chExt cx="6372708" cy="682262"/>
          </a:xfrm>
        </p:grpSpPr>
        <p:grpSp>
          <p:nvGrpSpPr>
            <p:cNvPr id="10" name="组合 9"/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gradFill flip="none" rotWithShape="1">
                <a:gsLst>
                  <a:gs pos="0">
                    <a:srgbClr val="C00000"/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6"/>
            <p:cNvSpPr txBox="1"/>
            <p:nvPr/>
          </p:nvSpPr>
          <p:spPr>
            <a:xfrm>
              <a:off x="1163452" y="260648"/>
              <a:ext cx="3831818" cy="561692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项目成果与所获荣誉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75090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4" name="Picture 2" descr="D:\360MoveData\Users\xiaoxiao\Desktop\图片2.png图片2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15755" y="104140"/>
            <a:ext cx="2417445" cy="88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19380" y="6316345"/>
            <a:ext cx="3055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C1515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允公允能 日新月异</a:t>
            </a:r>
          </a:p>
        </p:txBody>
      </p:sp>
      <p:sp>
        <p:nvSpPr>
          <p:cNvPr id="21" name="066yy3-1">
            <a:extLst>
              <a:ext uri="{FF2B5EF4-FFF2-40B4-BE49-F238E27FC236}">
                <a16:creationId xmlns:a16="http://schemas.microsoft.com/office/drawing/2014/main" id="{F820D4D8-9414-602B-C36D-036D64EEB1E8}"/>
              </a:ext>
            </a:extLst>
          </p:cNvPr>
          <p:cNvSpPr/>
          <p:nvPr/>
        </p:nvSpPr>
        <p:spPr>
          <a:xfrm>
            <a:off x="7714048" y="1966404"/>
            <a:ext cx="4179851" cy="3706843"/>
          </a:xfrm>
          <a:prstGeom prst="roundRect">
            <a:avLst>
              <a:gd name="adj" fmla="val 7247"/>
            </a:avLst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bliqueTopRight"/>
            <a:lightRig rig="threePt" dir="t"/>
          </a:scene3d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200" dirty="0">
              <a:solidFill>
                <a:srgbClr val="00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宋体 CN Heavy" panose="02020900000000000000" charset="-122"/>
            </a:endParaRPr>
          </a:p>
        </p:txBody>
      </p:sp>
      <p:sp>
        <p:nvSpPr>
          <p:cNvPr id="22" name="066yy2-1">
            <a:extLst>
              <a:ext uri="{FF2B5EF4-FFF2-40B4-BE49-F238E27FC236}">
                <a16:creationId xmlns:a16="http://schemas.microsoft.com/office/drawing/2014/main" id="{41438D88-36F3-2A3C-2013-7D6906686DA9}"/>
              </a:ext>
            </a:extLst>
          </p:cNvPr>
          <p:cNvSpPr/>
          <p:nvPr/>
        </p:nvSpPr>
        <p:spPr>
          <a:xfrm>
            <a:off x="178751" y="1953152"/>
            <a:ext cx="4092044" cy="3706843"/>
          </a:xfrm>
          <a:prstGeom prst="roundRect">
            <a:avLst>
              <a:gd name="adj" fmla="val 7247"/>
            </a:avLst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bliqueTopLeft"/>
            <a:lightRig rig="threePt" dir="t"/>
          </a:scene3d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200" dirty="0">
              <a:solidFill>
                <a:srgbClr val="00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宋体 CN Heavy" panose="02020900000000000000" charset="-122"/>
            </a:endParaRPr>
          </a:p>
        </p:txBody>
      </p:sp>
      <p:sp>
        <p:nvSpPr>
          <p:cNvPr id="23" name="066yy4-1">
            <a:extLst>
              <a:ext uri="{FF2B5EF4-FFF2-40B4-BE49-F238E27FC236}">
                <a16:creationId xmlns:a16="http://schemas.microsoft.com/office/drawing/2014/main" id="{82B7A849-F158-0CA6-0B39-5EA476E3C9D7}"/>
              </a:ext>
            </a:extLst>
          </p:cNvPr>
          <p:cNvSpPr/>
          <p:nvPr/>
        </p:nvSpPr>
        <p:spPr>
          <a:xfrm>
            <a:off x="2676920" y="1430089"/>
            <a:ext cx="6538835" cy="4531269"/>
          </a:xfrm>
          <a:prstGeom prst="roundRect">
            <a:avLst>
              <a:gd name="adj" fmla="val 7247"/>
            </a:avLst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200" dirty="0">
              <a:solidFill>
                <a:srgbClr val="00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思源宋体 CN Heavy" panose="02020900000000000000" charset="-122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D1B1C">
              <a:alpha val="90000"/>
            </a:srgbClr>
          </a:solidFill>
          <a:ln>
            <a:solidFill>
              <a:srgbClr val="751D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311696" y="3016748"/>
            <a:ext cx="1156860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80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恳请各位老师批评指正</a:t>
            </a:r>
            <a:endParaRPr kumimoji="0" lang="zh-CN" altLang="en-US" sz="8000" b="1" i="1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/>
          <p:cNvCxnSpPr>
            <a:cxnSpLocks/>
          </p:cNvCxnSpPr>
          <p:nvPr/>
        </p:nvCxnSpPr>
        <p:spPr>
          <a:xfrm>
            <a:off x="623392" y="4509120"/>
            <a:ext cx="10801200" cy="72008"/>
          </a:xfrm>
          <a:prstGeom prst="lin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20" name="矩形 19"/>
          <p:cNvSpPr/>
          <p:nvPr/>
        </p:nvSpPr>
        <p:spPr>
          <a:xfrm>
            <a:off x="1619184" y="4705399"/>
            <a:ext cx="86596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THANKS FOR YOUR LISTENING!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9380" y="6316345"/>
            <a:ext cx="35236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+mn-ea"/>
              </a:rPr>
              <a:t>允公允能 日新月异</a:t>
            </a:r>
            <a:endParaRPr lang="zh-CN" altLang="en-US" sz="2400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4" name="图片 3" descr="D:\360MoveData\Users\xiaoxiao\Desktop\图片1.png图片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3749358" y="1525905"/>
            <a:ext cx="4227830" cy="1555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 isInverted="1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3533e0e-8974-4c95-89b4-556a61793c5d"/>
  <p:tag name="COMMONDATA" val="eyJoZGlkIjoiZDk3OGIwOWUzZDQzMTYzNzEyZWFmZjBjYmIxOTViY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427</Words>
  <Application>Microsoft Office PowerPoint</Application>
  <PresentationFormat>宽屏</PresentationFormat>
  <Paragraphs>77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AvantGarde Md BT</vt:lpstr>
      <vt:lpstr>等线</vt:lpstr>
      <vt:lpstr>方正粗黑宋简体</vt:lpstr>
      <vt:lpstr>黑体</vt:lpstr>
      <vt:lpstr>华文行楷</vt:lpstr>
      <vt:lpstr>思源黑体 CN Medium</vt:lpstr>
      <vt:lpstr>微软雅黑</vt:lpstr>
      <vt:lpstr>Arial</vt:lpstr>
      <vt:lpstr>Calibri</vt:lpstr>
      <vt:lpstr>Impact</vt:lpstr>
      <vt:lpstr>Times New Roman</vt:lpstr>
      <vt:lpstr>Office 主题</vt:lpstr>
      <vt:lpstr>PowerPoint 演示文稿</vt:lpstr>
      <vt:lpstr>PowerPoint 演示文稿</vt:lpstr>
      <vt:lpstr>PowerPoint 演示文稿</vt:lpstr>
      <vt:lpstr>从0到1的组织规划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H13625633873@outlook.com</cp:lastModifiedBy>
  <cp:revision>87</cp:revision>
  <dcterms:created xsi:type="dcterms:W3CDTF">2018-11-26T00:51:00Z</dcterms:created>
  <dcterms:modified xsi:type="dcterms:W3CDTF">2025-09-15T01:59:06Z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7B377D99AB9347C59280AAF57132B1FD_13</vt:lpwstr>
  </property>
  <property fmtid="{D5CDD505-2E9C-101B-9397-08002B2CF9AE}" pid="3" name="KSOProductBuildVer">
    <vt:lpwstr>2052-11.1.0.14309</vt:lpwstr>
  </property>
</Properties>
</file>